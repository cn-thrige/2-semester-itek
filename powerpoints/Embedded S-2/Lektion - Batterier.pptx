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37"/>
  </p:notesMasterIdLst>
  <p:sldIdLst>
    <p:sldId id="264" r:id="rId5"/>
    <p:sldId id="265" r:id="rId6"/>
    <p:sldId id="272" r:id="rId7"/>
    <p:sldId id="284" r:id="rId8"/>
    <p:sldId id="280" r:id="rId9"/>
    <p:sldId id="281" r:id="rId10"/>
    <p:sldId id="282" r:id="rId11"/>
    <p:sldId id="283" r:id="rId12"/>
    <p:sldId id="285" r:id="rId13"/>
    <p:sldId id="276" r:id="rId14"/>
    <p:sldId id="268" r:id="rId15"/>
    <p:sldId id="277" r:id="rId16"/>
    <p:sldId id="269" r:id="rId17"/>
    <p:sldId id="271" r:id="rId18"/>
    <p:sldId id="278" r:id="rId19"/>
    <p:sldId id="293" r:id="rId20"/>
    <p:sldId id="275" r:id="rId21"/>
    <p:sldId id="279" r:id="rId22"/>
    <p:sldId id="286" r:id="rId23"/>
    <p:sldId id="291" r:id="rId24"/>
    <p:sldId id="273" r:id="rId25"/>
    <p:sldId id="292" r:id="rId26"/>
    <p:sldId id="274" r:id="rId27"/>
    <p:sldId id="287" r:id="rId28"/>
    <p:sldId id="295" r:id="rId29"/>
    <p:sldId id="296" r:id="rId30"/>
    <p:sldId id="298" r:id="rId31"/>
    <p:sldId id="297" r:id="rId32"/>
    <p:sldId id="294" r:id="rId33"/>
    <p:sldId id="290" r:id="rId34"/>
    <p:sldId id="289" r:id="rId35"/>
    <p:sldId id="288" r:id="rId3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1F32"/>
    <a:srgbClr val="B9384A"/>
    <a:srgbClr val="2C5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3722B0-BA80-401A-A3F4-F32EFC187BCE}" v="14" dt="2026-08-18T06:00:27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88363" autoAdjust="0"/>
  </p:normalViewPr>
  <p:slideViewPr>
    <p:cSldViewPr snapToGrid="0">
      <p:cViewPr varScale="1">
        <p:scale>
          <a:sx n="137" d="100"/>
          <a:sy n="137" d="100"/>
        </p:scale>
        <p:origin x="135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åre Bach Kjeldsen (adjunkt – kbkj@eaaa.dk)" userId="15a43428-db29-4567-8718-f9a00316eb04" providerId="ADAL" clId="{F234ECA8-0C1E-42DC-AC9D-40E9BCAB1C98}"/>
    <pc:docChg chg="custSel addSld delSld modSld sldOrd">
      <pc:chgData name="Kåre Bach Kjeldsen (adjunkt – kbkj@eaaa.dk)" userId="15a43428-db29-4567-8718-f9a00316eb04" providerId="ADAL" clId="{F234ECA8-0C1E-42DC-AC9D-40E9BCAB1C98}" dt="2026-08-18T08:21:01.748" v="4160" actId="20577"/>
      <pc:docMkLst>
        <pc:docMk/>
      </pc:docMkLst>
      <pc:sldChg chg="modSp mod">
        <pc:chgData name="Kåre Bach Kjeldsen (adjunkt – kbkj@eaaa.dk)" userId="15a43428-db29-4567-8718-f9a00316eb04" providerId="ADAL" clId="{F234ECA8-0C1E-42DC-AC9D-40E9BCAB1C98}" dt="2026-08-04T08:54:23.749" v="6" actId="20577"/>
        <pc:sldMkLst>
          <pc:docMk/>
          <pc:sldMk cId="2297888063" sldId="264"/>
        </pc:sldMkLst>
        <pc:spChg chg="mod">
          <ac:chgData name="Kåre Bach Kjeldsen (adjunkt – kbkj@eaaa.dk)" userId="15a43428-db29-4567-8718-f9a00316eb04" providerId="ADAL" clId="{F234ECA8-0C1E-42DC-AC9D-40E9BCAB1C98}" dt="2026-08-04T08:54:23.749" v="6" actId="20577"/>
          <ac:spMkLst>
            <pc:docMk/>
            <pc:sldMk cId="2297888063" sldId="264"/>
            <ac:spMk id="2" creationId="{9C9A3FEE-F962-257A-AD5B-27799EA76045}"/>
          </ac:spMkLst>
        </pc:spChg>
      </pc:sldChg>
      <pc:sldChg chg="modSp mod">
        <pc:chgData name="Kåre Bach Kjeldsen (adjunkt – kbkj@eaaa.dk)" userId="15a43428-db29-4567-8718-f9a00316eb04" providerId="ADAL" clId="{F234ECA8-0C1E-42DC-AC9D-40E9BCAB1C98}" dt="2026-08-18T05:30:29.913" v="2680" actId="6549"/>
        <pc:sldMkLst>
          <pc:docMk/>
          <pc:sldMk cId="768925578" sldId="265"/>
        </pc:sldMkLst>
        <pc:spChg chg="mod">
          <ac:chgData name="Kåre Bach Kjeldsen (adjunkt – kbkj@eaaa.dk)" userId="15a43428-db29-4567-8718-f9a00316eb04" providerId="ADAL" clId="{F234ECA8-0C1E-42DC-AC9D-40E9BCAB1C98}" dt="2026-08-18T05:30:29.913" v="2680" actId="6549"/>
          <ac:spMkLst>
            <pc:docMk/>
            <pc:sldMk cId="768925578" sldId="265"/>
            <ac:spMk id="9" creationId="{9B03EA12-71E6-7FF8-B3E5-20869401CB04}"/>
          </ac:spMkLst>
        </pc:spChg>
      </pc:sldChg>
      <pc:sldChg chg="modSp">
        <pc:chgData name="Kåre Bach Kjeldsen (adjunkt – kbkj@eaaa.dk)" userId="15a43428-db29-4567-8718-f9a00316eb04" providerId="ADAL" clId="{F234ECA8-0C1E-42DC-AC9D-40E9BCAB1C98}" dt="2026-08-04T09:17:31.074" v="323"/>
        <pc:sldMkLst>
          <pc:docMk/>
          <pc:sldMk cId="1649208249" sldId="268"/>
        </pc:sldMkLst>
        <pc:spChg chg="mod">
          <ac:chgData name="Kåre Bach Kjeldsen (adjunkt – kbkj@eaaa.dk)" userId="15a43428-db29-4567-8718-f9a00316eb04" providerId="ADAL" clId="{F234ECA8-0C1E-42DC-AC9D-40E9BCAB1C98}" dt="2026-08-04T09:17:31.074" v="323"/>
          <ac:spMkLst>
            <pc:docMk/>
            <pc:sldMk cId="1649208249" sldId="268"/>
            <ac:spMk id="2" creationId="{AA86BB65-7637-9FCA-C3C3-2301C095BE49}"/>
          </ac:spMkLst>
        </pc:spChg>
      </pc:sldChg>
      <pc:sldChg chg="ord">
        <pc:chgData name="Kåre Bach Kjeldsen (adjunkt – kbkj@eaaa.dk)" userId="15a43428-db29-4567-8718-f9a00316eb04" providerId="ADAL" clId="{F234ECA8-0C1E-42DC-AC9D-40E9BCAB1C98}" dt="2026-08-17T12:07:49.418" v="2028"/>
        <pc:sldMkLst>
          <pc:docMk/>
          <pc:sldMk cId="2122862495" sldId="269"/>
        </pc:sldMkLst>
      </pc:sldChg>
      <pc:sldChg chg="modSp">
        <pc:chgData name="Kåre Bach Kjeldsen (adjunkt – kbkj@eaaa.dk)" userId="15a43428-db29-4567-8718-f9a00316eb04" providerId="ADAL" clId="{F234ECA8-0C1E-42DC-AC9D-40E9BCAB1C98}" dt="2026-08-04T09:17:35.260" v="325"/>
        <pc:sldMkLst>
          <pc:docMk/>
          <pc:sldMk cId="3816361725" sldId="271"/>
        </pc:sldMkLst>
        <pc:spChg chg="mod">
          <ac:chgData name="Kåre Bach Kjeldsen (adjunkt – kbkj@eaaa.dk)" userId="15a43428-db29-4567-8718-f9a00316eb04" providerId="ADAL" clId="{F234ECA8-0C1E-42DC-AC9D-40E9BCAB1C98}" dt="2026-08-04T09:17:35.260" v="325"/>
          <ac:spMkLst>
            <pc:docMk/>
            <pc:sldMk cId="3816361725" sldId="271"/>
            <ac:spMk id="2" creationId="{4C3BCB2A-12BE-61A1-10B3-B34C8BB7A105}"/>
          </ac:spMkLst>
        </pc:spChg>
      </pc:sldChg>
      <pc:sldChg chg="modSp mod">
        <pc:chgData name="Kåre Bach Kjeldsen (adjunkt – kbkj@eaaa.dk)" userId="15a43428-db29-4567-8718-f9a00316eb04" providerId="ADAL" clId="{F234ECA8-0C1E-42DC-AC9D-40E9BCAB1C98}" dt="2026-08-18T05:34:52.288" v="2746"/>
        <pc:sldMkLst>
          <pc:docMk/>
          <pc:sldMk cId="112104832" sldId="273"/>
        </pc:sldMkLst>
        <pc:spChg chg="mod">
          <ac:chgData name="Kåre Bach Kjeldsen (adjunkt – kbkj@eaaa.dk)" userId="15a43428-db29-4567-8718-f9a00316eb04" providerId="ADAL" clId="{F234ECA8-0C1E-42DC-AC9D-40E9BCAB1C98}" dt="2026-08-17T12:13:21.359" v="2097" actId="6549"/>
          <ac:spMkLst>
            <pc:docMk/>
            <pc:sldMk cId="112104832" sldId="273"/>
            <ac:spMk id="5" creationId="{5289E3E7-8462-72D9-B018-F71A89CE23A5}"/>
          </ac:spMkLst>
        </pc:spChg>
        <pc:spChg chg="mod">
          <ac:chgData name="Kåre Bach Kjeldsen (adjunkt – kbkj@eaaa.dk)" userId="15a43428-db29-4567-8718-f9a00316eb04" providerId="ADAL" clId="{F234ECA8-0C1E-42DC-AC9D-40E9BCAB1C98}" dt="2026-08-18T05:34:52.288" v="2746"/>
          <ac:spMkLst>
            <pc:docMk/>
            <pc:sldMk cId="112104832" sldId="273"/>
            <ac:spMk id="9" creationId="{7D6CBF6C-0485-DD53-A399-5C1289FD8055}"/>
          </ac:spMkLst>
        </pc:spChg>
      </pc:sldChg>
      <pc:sldChg chg="del">
        <pc:chgData name="Kåre Bach Kjeldsen (adjunkt – kbkj@eaaa.dk)" userId="15a43428-db29-4567-8718-f9a00316eb04" providerId="ADAL" clId="{F234ECA8-0C1E-42DC-AC9D-40E9BCAB1C98}" dt="2026-08-17T12:47:41.028" v="2607" actId="2696"/>
        <pc:sldMkLst>
          <pc:docMk/>
          <pc:sldMk cId="402332061" sldId="275"/>
        </pc:sldMkLst>
      </pc:sldChg>
      <pc:sldChg chg="add">
        <pc:chgData name="Kåre Bach Kjeldsen (adjunkt – kbkj@eaaa.dk)" userId="15a43428-db29-4567-8718-f9a00316eb04" providerId="ADAL" clId="{F234ECA8-0C1E-42DC-AC9D-40E9BCAB1C98}" dt="2026-08-17T12:47:45.999" v="2608"/>
        <pc:sldMkLst>
          <pc:docMk/>
          <pc:sldMk cId="3242702013" sldId="275"/>
        </pc:sldMkLst>
      </pc:sldChg>
      <pc:sldChg chg="modSp mod">
        <pc:chgData name="Kåre Bach Kjeldsen (adjunkt – kbkj@eaaa.dk)" userId="15a43428-db29-4567-8718-f9a00316eb04" providerId="ADAL" clId="{F234ECA8-0C1E-42DC-AC9D-40E9BCAB1C98}" dt="2026-08-04T09:17:27.086" v="322" actId="20577"/>
        <pc:sldMkLst>
          <pc:docMk/>
          <pc:sldMk cId="2432177576" sldId="276"/>
        </pc:sldMkLst>
        <pc:spChg chg="mod">
          <ac:chgData name="Kåre Bach Kjeldsen (adjunkt – kbkj@eaaa.dk)" userId="15a43428-db29-4567-8718-f9a00316eb04" providerId="ADAL" clId="{F234ECA8-0C1E-42DC-AC9D-40E9BCAB1C98}" dt="2026-08-04T09:17:27.086" v="322" actId="20577"/>
          <ac:spMkLst>
            <pc:docMk/>
            <pc:sldMk cId="2432177576" sldId="276"/>
            <ac:spMk id="2" creationId="{EA1055D7-196E-494F-9217-EB8FD29C4713}"/>
          </ac:spMkLst>
        </pc:spChg>
      </pc:sldChg>
      <pc:sldChg chg="modSp">
        <pc:chgData name="Kåre Bach Kjeldsen (adjunkt – kbkj@eaaa.dk)" userId="15a43428-db29-4567-8718-f9a00316eb04" providerId="ADAL" clId="{F234ECA8-0C1E-42DC-AC9D-40E9BCAB1C98}" dt="2026-08-04T09:17:33.405" v="324"/>
        <pc:sldMkLst>
          <pc:docMk/>
          <pc:sldMk cId="1968302988" sldId="277"/>
        </pc:sldMkLst>
        <pc:spChg chg="mod">
          <ac:chgData name="Kåre Bach Kjeldsen (adjunkt – kbkj@eaaa.dk)" userId="15a43428-db29-4567-8718-f9a00316eb04" providerId="ADAL" clId="{F234ECA8-0C1E-42DC-AC9D-40E9BCAB1C98}" dt="2026-08-04T09:17:33.405" v="324"/>
          <ac:spMkLst>
            <pc:docMk/>
            <pc:sldMk cId="1968302988" sldId="277"/>
            <ac:spMk id="2" creationId="{699D7A46-ACAE-1FA6-05A9-B4948AEB7615}"/>
          </ac:spMkLst>
        </pc:spChg>
      </pc:sldChg>
      <pc:sldChg chg="modSp mod">
        <pc:chgData name="Kåre Bach Kjeldsen (adjunkt – kbkj@eaaa.dk)" userId="15a43428-db29-4567-8718-f9a00316eb04" providerId="ADAL" clId="{F234ECA8-0C1E-42DC-AC9D-40E9BCAB1C98}" dt="2026-08-17T12:48:18.041" v="2626" actId="20577"/>
        <pc:sldMkLst>
          <pc:docMk/>
          <pc:sldMk cId="1816356615" sldId="278"/>
        </pc:sldMkLst>
        <pc:spChg chg="mod">
          <ac:chgData name="Kåre Bach Kjeldsen (adjunkt – kbkj@eaaa.dk)" userId="15a43428-db29-4567-8718-f9a00316eb04" providerId="ADAL" clId="{F234ECA8-0C1E-42DC-AC9D-40E9BCAB1C98}" dt="2026-08-04T09:17:45.402" v="326"/>
          <ac:spMkLst>
            <pc:docMk/>
            <pc:sldMk cId="1816356615" sldId="278"/>
            <ac:spMk id="2" creationId="{9ABF82A1-A0CB-733D-CFC4-C24A2D008606}"/>
          </ac:spMkLst>
        </pc:spChg>
        <pc:spChg chg="mod">
          <ac:chgData name="Kåre Bach Kjeldsen (adjunkt – kbkj@eaaa.dk)" userId="15a43428-db29-4567-8718-f9a00316eb04" providerId="ADAL" clId="{F234ECA8-0C1E-42DC-AC9D-40E9BCAB1C98}" dt="2026-08-17T12:48:18.041" v="2626" actId="20577"/>
          <ac:spMkLst>
            <pc:docMk/>
            <pc:sldMk cId="1816356615" sldId="278"/>
            <ac:spMk id="5" creationId="{FA395910-B3F3-27F7-39F6-84B0C77059F4}"/>
          </ac:spMkLst>
        </pc:spChg>
      </pc:sldChg>
      <pc:sldChg chg="delSp modSp del mod">
        <pc:chgData name="Kåre Bach Kjeldsen (adjunkt – kbkj@eaaa.dk)" userId="15a43428-db29-4567-8718-f9a00316eb04" providerId="ADAL" clId="{F234ECA8-0C1E-42DC-AC9D-40E9BCAB1C98}" dt="2026-08-17T12:47:41.028" v="2607" actId="2696"/>
        <pc:sldMkLst>
          <pc:docMk/>
          <pc:sldMk cId="709748215" sldId="279"/>
        </pc:sldMkLst>
      </pc:sldChg>
      <pc:sldChg chg="add">
        <pc:chgData name="Kåre Bach Kjeldsen (adjunkt – kbkj@eaaa.dk)" userId="15a43428-db29-4567-8718-f9a00316eb04" providerId="ADAL" clId="{F234ECA8-0C1E-42DC-AC9D-40E9BCAB1C98}" dt="2026-08-17T12:47:45.999" v="2608"/>
        <pc:sldMkLst>
          <pc:docMk/>
          <pc:sldMk cId="3238015527" sldId="279"/>
        </pc:sldMkLst>
      </pc:sldChg>
      <pc:sldChg chg="addSp delSp modSp add mod">
        <pc:chgData name="Kåre Bach Kjeldsen (adjunkt – kbkj@eaaa.dk)" userId="15a43428-db29-4567-8718-f9a00316eb04" providerId="ADAL" clId="{F234ECA8-0C1E-42DC-AC9D-40E9BCAB1C98}" dt="2026-08-17T12:06:14.985" v="2022" actId="207"/>
        <pc:sldMkLst>
          <pc:docMk/>
          <pc:sldMk cId="529590815" sldId="280"/>
        </pc:sldMkLst>
        <pc:spChg chg="mod">
          <ac:chgData name="Kåre Bach Kjeldsen (adjunkt – kbkj@eaaa.dk)" userId="15a43428-db29-4567-8718-f9a00316eb04" providerId="ADAL" clId="{F234ECA8-0C1E-42DC-AC9D-40E9BCAB1C98}" dt="2026-08-17T12:06:14.985" v="2022" actId="207"/>
          <ac:spMkLst>
            <pc:docMk/>
            <pc:sldMk cId="529590815" sldId="280"/>
            <ac:spMk id="5" creationId="{E2F0876C-A25E-B613-4C79-84826CA3A61D}"/>
          </ac:spMkLst>
        </pc:spChg>
        <pc:picChg chg="add mod">
          <ac:chgData name="Kåre Bach Kjeldsen (adjunkt – kbkj@eaaa.dk)" userId="15a43428-db29-4567-8718-f9a00316eb04" providerId="ADAL" clId="{F234ECA8-0C1E-42DC-AC9D-40E9BCAB1C98}" dt="2026-08-04T08:58:20.435" v="84" actId="1076"/>
          <ac:picMkLst>
            <pc:docMk/>
            <pc:sldMk cId="529590815" sldId="280"/>
            <ac:picMk id="4" creationId="{8B17CB3A-E52D-136F-36D6-7ECC2DECDAB0}"/>
          </ac:picMkLst>
        </pc:picChg>
        <pc:picChg chg="add mod">
          <ac:chgData name="Kåre Bach Kjeldsen (adjunkt – kbkj@eaaa.dk)" userId="15a43428-db29-4567-8718-f9a00316eb04" providerId="ADAL" clId="{F234ECA8-0C1E-42DC-AC9D-40E9BCAB1C98}" dt="2026-08-04T09:03:22.770" v="116" actId="1076"/>
          <ac:picMkLst>
            <pc:docMk/>
            <pc:sldMk cId="529590815" sldId="280"/>
            <ac:picMk id="6" creationId="{1916352C-62E9-F4AA-7311-F089DD5C21E7}"/>
          </ac:picMkLst>
        </pc:picChg>
        <pc:picChg chg="add mod">
          <ac:chgData name="Kåre Bach Kjeldsen (adjunkt – kbkj@eaaa.dk)" userId="15a43428-db29-4567-8718-f9a00316eb04" providerId="ADAL" clId="{F234ECA8-0C1E-42DC-AC9D-40E9BCAB1C98}" dt="2026-08-04T09:03:23.813" v="117" actId="1076"/>
          <ac:picMkLst>
            <pc:docMk/>
            <pc:sldMk cId="529590815" sldId="280"/>
            <ac:picMk id="8" creationId="{21EF05A9-E766-8C4B-50E2-0E17412595E8}"/>
          </ac:picMkLst>
        </pc:picChg>
        <pc:picChg chg="add mod">
          <ac:chgData name="Kåre Bach Kjeldsen (adjunkt – kbkj@eaaa.dk)" userId="15a43428-db29-4567-8718-f9a00316eb04" providerId="ADAL" clId="{F234ECA8-0C1E-42DC-AC9D-40E9BCAB1C98}" dt="2026-08-04T09:03:22.306" v="115" actId="1076"/>
          <ac:picMkLst>
            <pc:docMk/>
            <pc:sldMk cId="529590815" sldId="280"/>
            <ac:picMk id="10" creationId="{F9BBA58E-7FF6-8CC7-94E8-72EAAC997F59}"/>
          </ac:picMkLst>
        </pc:picChg>
      </pc:sldChg>
      <pc:sldChg chg="addSp delSp modSp add mod">
        <pc:chgData name="Kåre Bach Kjeldsen (adjunkt – kbkj@eaaa.dk)" userId="15a43428-db29-4567-8718-f9a00316eb04" providerId="ADAL" clId="{F234ECA8-0C1E-42DC-AC9D-40E9BCAB1C98}" dt="2026-08-17T12:06:21.892" v="2023" actId="207"/>
        <pc:sldMkLst>
          <pc:docMk/>
          <pc:sldMk cId="2503594359" sldId="281"/>
        </pc:sldMkLst>
        <pc:spChg chg="mod">
          <ac:chgData name="Kåre Bach Kjeldsen (adjunkt – kbkj@eaaa.dk)" userId="15a43428-db29-4567-8718-f9a00316eb04" providerId="ADAL" clId="{F234ECA8-0C1E-42DC-AC9D-40E9BCAB1C98}" dt="2026-08-17T12:06:21.892" v="2023" actId="207"/>
          <ac:spMkLst>
            <pc:docMk/>
            <pc:sldMk cId="2503594359" sldId="281"/>
            <ac:spMk id="5" creationId="{D5B9E768-A5FE-D754-26EF-238CE56CDA8E}"/>
          </ac:spMkLst>
        </pc:spChg>
        <pc:picChg chg="add mod">
          <ac:chgData name="Kåre Bach Kjeldsen (adjunkt – kbkj@eaaa.dk)" userId="15a43428-db29-4567-8718-f9a00316eb04" providerId="ADAL" clId="{F234ECA8-0C1E-42DC-AC9D-40E9BCAB1C98}" dt="2026-08-04T09:00:54.532" v="107" actId="1076"/>
          <ac:picMkLst>
            <pc:docMk/>
            <pc:sldMk cId="2503594359" sldId="281"/>
            <ac:picMk id="8" creationId="{C0CB0BA3-B035-DAE0-EC0C-E1B6B48285D8}"/>
          </ac:picMkLst>
        </pc:picChg>
        <pc:picChg chg="add mod">
          <ac:chgData name="Kåre Bach Kjeldsen (adjunkt – kbkj@eaaa.dk)" userId="15a43428-db29-4567-8718-f9a00316eb04" providerId="ADAL" clId="{F234ECA8-0C1E-42DC-AC9D-40E9BCAB1C98}" dt="2026-08-04T09:03:15.098" v="109" actId="1076"/>
          <ac:picMkLst>
            <pc:docMk/>
            <pc:sldMk cId="2503594359" sldId="281"/>
            <ac:picMk id="10" creationId="{8EF82CD9-6115-7F90-C955-940083E1D6C8}"/>
          </ac:picMkLst>
        </pc:picChg>
      </pc:sldChg>
      <pc:sldChg chg="addSp delSp modSp add mod">
        <pc:chgData name="Kåre Bach Kjeldsen (adjunkt – kbkj@eaaa.dk)" userId="15a43428-db29-4567-8718-f9a00316eb04" providerId="ADAL" clId="{F234ECA8-0C1E-42DC-AC9D-40E9BCAB1C98}" dt="2026-08-17T12:06:27.045" v="2024" actId="207"/>
        <pc:sldMkLst>
          <pc:docMk/>
          <pc:sldMk cId="1778532034" sldId="282"/>
        </pc:sldMkLst>
        <pc:spChg chg="mod">
          <ac:chgData name="Kåre Bach Kjeldsen (adjunkt – kbkj@eaaa.dk)" userId="15a43428-db29-4567-8718-f9a00316eb04" providerId="ADAL" clId="{F234ECA8-0C1E-42DC-AC9D-40E9BCAB1C98}" dt="2026-08-17T12:06:27.045" v="2024" actId="207"/>
          <ac:spMkLst>
            <pc:docMk/>
            <pc:sldMk cId="1778532034" sldId="282"/>
            <ac:spMk id="5" creationId="{398A28DE-5B53-B200-9A7E-B8EF0FFFE00C}"/>
          </ac:spMkLst>
        </pc:spChg>
        <pc:picChg chg="add mod">
          <ac:chgData name="Kåre Bach Kjeldsen (adjunkt – kbkj@eaaa.dk)" userId="15a43428-db29-4567-8718-f9a00316eb04" providerId="ADAL" clId="{F234ECA8-0C1E-42DC-AC9D-40E9BCAB1C98}" dt="2026-08-04T09:12:53.634" v="220" actId="1076"/>
          <ac:picMkLst>
            <pc:docMk/>
            <pc:sldMk cId="1778532034" sldId="282"/>
            <ac:picMk id="3" creationId="{B2DEBC7A-B566-E8A7-39C3-FBE4F9C16CE0}"/>
          </ac:picMkLst>
        </pc:picChg>
        <pc:picChg chg="add mod">
          <ac:chgData name="Kåre Bach Kjeldsen (adjunkt – kbkj@eaaa.dk)" userId="15a43428-db29-4567-8718-f9a00316eb04" providerId="ADAL" clId="{F234ECA8-0C1E-42DC-AC9D-40E9BCAB1C98}" dt="2026-08-04T09:08:02.212" v="215" actId="1076"/>
          <ac:picMkLst>
            <pc:docMk/>
            <pc:sldMk cId="1778532034" sldId="282"/>
            <ac:picMk id="4" creationId="{9DFE31ED-7EF7-05D1-D154-B0E103A34129}"/>
          </ac:picMkLst>
        </pc:picChg>
        <pc:picChg chg="add mod">
          <ac:chgData name="Kåre Bach Kjeldsen (adjunkt – kbkj@eaaa.dk)" userId="15a43428-db29-4567-8718-f9a00316eb04" providerId="ADAL" clId="{F234ECA8-0C1E-42DC-AC9D-40E9BCAB1C98}" dt="2026-08-04T09:12:54.699" v="221" actId="1076"/>
          <ac:picMkLst>
            <pc:docMk/>
            <pc:sldMk cId="1778532034" sldId="282"/>
            <ac:picMk id="6" creationId="{B2CB72A4-A310-BA78-CF9C-B1DEF10D844E}"/>
          </ac:picMkLst>
        </pc:picChg>
      </pc:sldChg>
      <pc:sldChg chg="addSp delSp modSp add mod">
        <pc:chgData name="Kåre Bach Kjeldsen (adjunkt – kbkj@eaaa.dk)" userId="15a43428-db29-4567-8718-f9a00316eb04" providerId="ADAL" clId="{F234ECA8-0C1E-42DC-AC9D-40E9BCAB1C98}" dt="2026-08-04T09:15:07.289" v="224" actId="1076"/>
        <pc:sldMkLst>
          <pc:docMk/>
          <pc:sldMk cId="2657588294" sldId="283"/>
        </pc:sldMkLst>
        <pc:spChg chg="mod">
          <ac:chgData name="Kåre Bach Kjeldsen (adjunkt – kbkj@eaaa.dk)" userId="15a43428-db29-4567-8718-f9a00316eb04" providerId="ADAL" clId="{F234ECA8-0C1E-42DC-AC9D-40E9BCAB1C98}" dt="2026-08-04T09:06:56.012" v="210" actId="20577"/>
          <ac:spMkLst>
            <pc:docMk/>
            <pc:sldMk cId="2657588294" sldId="283"/>
            <ac:spMk id="5" creationId="{80C2BBC9-AFB9-9468-B3FD-E53B1869D985}"/>
          </ac:spMkLst>
        </pc:spChg>
        <pc:picChg chg="add mod">
          <ac:chgData name="Kåre Bach Kjeldsen (adjunkt – kbkj@eaaa.dk)" userId="15a43428-db29-4567-8718-f9a00316eb04" providerId="ADAL" clId="{F234ECA8-0C1E-42DC-AC9D-40E9BCAB1C98}" dt="2026-08-04T09:15:07.289" v="224" actId="1076"/>
          <ac:picMkLst>
            <pc:docMk/>
            <pc:sldMk cId="2657588294" sldId="283"/>
            <ac:picMk id="4" creationId="{CC69AFDE-E260-5B6B-2217-412F7F9833BA}"/>
          </ac:picMkLst>
        </pc:picChg>
      </pc:sldChg>
      <pc:sldChg chg="modSp add mod ord">
        <pc:chgData name="Kåre Bach Kjeldsen (adjunkt – kbkj@eaaa.dk)" userId="15a43428-db29-4567-8718-f9a00316eb04" providerId="ADAL" clId="{F234ECA8-0C1E-42DC-AC9D-40E9BCAB1C98}" dt="2026-08-04T09:15:59.761" v="261" actId="20577"/>
        <pc:sldMkLst>
          <pc:docMk/>
          <pc:sldMk cId="1794391885" sldId="284"/>
        </pc:sldMkLst>
        <pc:spChg chg="mod">
          <ac:chgData name="Kåre Bach Kjeldsen (adjunkt – kbkj@eaaa.dk)" userId="15a43428-db29-4567-8718-f9a00316eb04" providerId="ADAL" clId="{F234ECA8-0C1E-42DC-AC9D-40E9BCAB1C98}" dt="2026-08-04T09:15:59.761" v="261" actId="20577"/>
          <ac:spMkLst>
            <pc:docMk/>
            <pc:sldMk cId="1794391885" sldId="284"/>
            <ac:spMk id="3" creationId="{40BF27AD-3386-EF8D-E31C-A8B24D8DF5E6}"/>
          </ac:spMkLst>
        </pc:spChg>
      </pc:sldChg>
      <pc:sldChg chg="modSp add mod ord">
        <pc:chgData name="Kåre Bach Kjeldsen (adjunkt – kbkj@eaaa.dk)" userId="15a43428-db29-4567-8718-f9a00316eb04" providerId="ADAL" clId="{F234ECA8-0C1E-42DC-AC9D-40E9BCAB1C98}" dt="2026-08-04T09:16:49.979" v="305" actId="20577"/>
        <pc:sldMkLst>
          <pc:docMk/>
          <pc:sldMk cId="2144717814" sldId="285"/>
        </pc:sldMkLst>
        <pc:spChg chg="mod">
          <ac:chgData name="Kåre Bach Kjeldsen (adjunkt – kbkj@eaaa.dk)" userId="15a43428-db29-4567-8718-f9a00316eb04" providerId="ADAL" clId="{F234ECA8-0C1E-42DC-AC9D-40E9BCAB1C98}" dt="2026-08-04T09:16:49.979" v="305" actId="20577"/>
          <ac:spMkLst>
            <pc:docMk/>
            <pc:sldMk cId="2144717814" sldId="285"/>
            <ac:spMk id="3" creationId="{155B17AB-6EA6-97D1-C5A4-40FD96823876}"/>
          </ac:spMkLst>
        </pc:spChg>
      </pc:sldChg>
      <pc:sldChg chg="add del">
        <pc:chgData name="Kåre Bach Kjeldsen (adjunkt – kbkj@eaaa.dk)" userId="15a43428-db29-4567-8718-f9a00316eb04" providerId="ADAL" clId="{F234ECA8-0C1E-42DC-AC9D-40E9BCAB1C98}" dt="2026-08-17T12:47:41.028" v="2607" actId="2696"/>
        <pc:sldMkLst>
          <pc:docMk/>
          <pc:sldMk cId="1067612259" sldId="286"/>
        </pc:sldMkLst>
      </pc:sldChg>
      <pc:sldChg chg="add">
        <pc:chgData name="Kåre Bach Kjeldsen (adjunkt – kbkj@eaaa.dk)" userId="15a43428-db29-4567-8718-f9a00316eb04" providerId="ADAL" clId="{F234ECA8-0C1E-42DC-AC9D-40E9BCAB1C98}" dt="2026-08-17T12:47:45.999" v="2608"/>
        <pc:sldMkLst>
          <pc:docMk/>
          <pc:sldMk cId="3456086874" sldId="286"/>
        </pc:sldMkLst>
      </pc:sldChg>
      <pc:sldChg chg="modSp add mod ord">
        <pc:chgData name="Kåre Bach Kjeldsen (adjunkt – kbkj@eaaa.dk)" userId="15a43428-db29-4567-8718-f9a00316eb04" providerId="ADAL" clId="{F234ECA8-0C1E-42DC-AC9D-40E9BCAB1C98}" dt="2026-08-18T05:55:26.958" v="2922" actId="20577"/>
        <pc:sldMkLst>
          <pc:docMk/>
          <pc:sldMk cId="2375452703" sldId="287"/>
        </pc:sldMkLst>
        <pc:spChg chg="mod">
          <ac:chgData name="Kåre Bach Kjeldsen (adjunkt – kbkj@eaaa.dk)" userId="15a43428-db29-4567-8718-f9a00316eb04" providerId="ADAL" clId="{F234ECA8-0C1E-42DC-AC9D-40E9BCAB1C98}" dt="2026-08-18T05:55:26.958" v="2922" actId="20577"/>
          <ac:spMkLst>
            <pc:docMk/>
            <pc:sldMk cId="2375452703" sldId="287"/>
            <ac:spMk id="3" creationId="{145F961D-2B17-8637-CE22-794D8CAAF27F}"/>
          </ac:spMkLst>
        </pc:spChg>
      </pc:sldChg>
      <pc:sldChg chg="delSp modSp add mod ord">
        <pc:chgData name="Kåre Bach Kjeldsen (adjunkt – kbkj@eaaa.dk)" userId="15a43428-db29-4567-8718-f9a00316eb04" providerId="ADAL" clId="{F234ECA8-0C1E-42DC-AC9D-40E9BCAB1C98}" dt="2026-08-18T08:13:10.310" v="4017" actId="14100"/>
        <pc:sldMkLst>
          <pc:docMk/>
          <pc:sldMk cId="3164102566" sldId="288"/>
        </pc:sldMkLst>
        <pc:spChg chg="mod">
          <ac:chgData name="Kåre Bach Kjeldsen (adjunkt – kbkj@eaaa.dk)" userId="15a43428-db29-4567-8718-f9a00316eb04" providerId="ADAL" clId="{F234ECA8-0C1E-42DC-AC9D-40E9BCAB1C98}" dt="2026-08-04T10:22:55.099" v="1351" actId="20577"/>
          <ac:spMkLst>
            <pc:docMk/>
            <pc:sldMk cId="3164102566" sldId="288"/>
            <ac:spMk id="2" creationId="{07AF575A-2665-0AEC-6ABC-FEBAE74E7494}"/>
          </ac:spMkLst>
        </pc:spChg>
        <pc:spChg chg="mod">
          <ac:chgData name="Kåre Bach Kjeldsen (adjunkt – kbkj@eaaa.dk)" userId="15a43428-db29-4567-8718-f9a00316eb04" providerId="ADAL" clId="{F234ECA8-0C1E-42DC-AC9D-40E9BCAB1C98}" dt="2026-08-18T08:13:10.310" v="4017" actId="14100"/>
          <ac:spMkLst>
            <pc:docMk/>
            <pc:sldMk cId="3164102566" sldId="288"/>
            <ac:spMk id="9" creationId="{187F256F-03D6-FA56-AC5D-9E42795ABB34}"/>
          </ac:spMkLst>
        </pc:spChg>
      </pc:sldChg>
      <pc:sldChg chg="modSp add mod">
        <pc:chgData name="Kåre Bach Kjeldsen (adjunkt – kbkj@eaaa.dk)" userId="15a43428-db29-4567-8718-f9a00316eb04" providerId="ADAL" clId="{F234ECA8-0C1E-42DC-AC9D-40E9BCAB1C98}" dt="2026-08-04T10:25:33.110" v="1671" actId="20577"/>
        <pc:sldMkLst>
          <pc:docMk/>
          <pc:sldMk cId="3983492502" sldId="289"/>
        </pc:sldMkLst>
        <pc:spChg chg="mod">
          <ac:chgData name="Kåre Bach Kjeldsen (adjunkt – kbkj@eaaa.dk)" userId="15a43428-db29-4567-8718-f9a00316eb04" providerId="ADAL" clId="{F234ECA8-0C1E-42DC-AC9D-40E9BCAB1C98}" dt="2026-08-04T10:25:33.110" v="1671" actId="20577"/>
          <ac:spMkLst>
            <pc:docMk/>
            <pc:sldMk cId="3983492502" sldId="289"/>
            <ac:spMk id="3" creationId="{D6ECBA1D-B81D-F208-2123-A763FB4C4F15}"/>
          </ac:spMkLst>
        </pc:spChg>
      </pc:sldChg>
      <pc:sldChg chg="addSp modSp add mod ord">
        <pc:chgData name="Kåre Bach Kjeldsen (adjunkt – kbkj@eaaa.dk)" userId="15a43428-db29-4567-8718-f9a00316eb04" providerId="ADAL" clId="{F234ECA8-0C1E-42DC-AC9D-40E9BCAB1C98}" dt="2026-08-18T08:21:01.748" v="4160" actId="20577"/>
        <pc:sldMkLst>
          <pc:docMk/>
          <pc:sldMk cId="1469688992" sldId="290"/>
        </pc:sldMkLst>
        <pc:spChg chg="mod">
          <ac:chgData name="Kåre Bach Kjeldsen (adjunkt – kbkj@eaaa.dk)" userId="15a43428-db29-4567-8718-f9a00316eb04" providerId="ADAL" clId="{F234ECA8-0C1E-42DC-AC9D-40E9BCAB1C98}" dt="2026-08-18T08:19:50.203" v="4029" actId="20577"/>
          <ac:spMkLst>
            <pc:docMk/>
            <pc:sldMk cId="1469688992" sldId="290"/>
            <ac:spMk id="9" creationId="{26BF1710-1BC3-0EC3-4D63-09EA49A035B7}"/>
          </ac:spMkLst>
        </pc:spChg>
        <pc:graphicFrameChg chg="add mod modGraphic">
          <ac:chgData name="Kåre Bach Kjeldsen (adjunkt – kbkj@eaaa.dk)" userId="15a43428-db29-4567-8718-f9a00316eb04" providerId="ADAL" clId="{F234ECA8-0C1E-42DC-AC9D-40E9BCAB1C98}" dt="2026-08-18T08:21:01.748" v="4160" actId="20577"/>
          <ac:graphicFrameMkLst>
            <pc:docMk/>
            <pc:sldMk cId="1469688992" sldId="290"/>
            <ac:graphicFrameMk id="3" creationId="{00FF139A-9BD0-AE59-4E17-20E2887483CD}"/>
          </ac:graphicFrameMkLst>
        </pc:graphicFrameChg>
      </pc:sldChg>
      <pc:sldChg chg="modSp add mod ord">
        <pc:chgData name="Kåre Bach Kjeldsen (adjunkt – kbkj@eaaa.dk)" userId="15a43428-db29-4567-8718-f9a00316eb04" providerId="ADAL" clId="{F234ECA8-0C1E-42DC-AC9D-40E9BCAB1C98}" dt="2026-08-17T12:12:51.859" v="2075" actId="20577"/>
        <pc:sldMkLst>
          <pc:docMk/>
          <pc:sldMk cId="402853039" sldId="291"/>
        </pc:sldMkLst>
        <pc:spChg chg="mod">
          <ac:chgData name="Kåre Bach Kjeldsen (adjunkt – kbkj@eaaa.dk)" userId="15a43428-db29-4567-8718-f9a00316eb04" providerId="ADAL" clId="{F234ECA8-0C1E-42DC-AC9D-40E9BCAB1C98}" dt="2026-08-17T12:12:51.859" v="2075" actId="20577"/>
          <ac:spMkLst>
            <pc:docMk/>
            <pc:sldMk cId="402853039" sldId="291"/>
            <ac:spMk id="3" creationId="{B6C2DB50-DFDA-6B6C-696C-4A154CF92475}"/>
          </ac:spMkLst>
        </pc:spChg>
      </pc:sldChg>
      <pc:sldChg chg="modSp add mod">
        <pc:chgData name="Kåre Bach Kjeldsen (adjunkt – kbkj@eaaa.dk)" userId="15a43428-db29-4567-8718-f9a00316eb04" providerId="ADAL" clId="{F234ECA8-0C1E-42DC-AC9D-40E9BCAB1C98}" dt="2026-08-18T05:35:35.523" v="2802" actId="20577"/>
        <pc:sldMkLst>
          <pc:docMk/>
          <pc:sldMk cId="329124043" sldId="292"/>
        </pc:sldMkLst>
        <pc:spChg chg="mod">
          <ac:chgData name="Kåre Bach Kjeldsen (adjunkt – kbkj@eaaa.dk)" userId="15a43428-db29-4567-8718-f9a00316eb04" providerId="ADAL" clId="{F234ECA8-0C1E-42DC-AC9D-40E9BCAB1C98}" dt="2026-08-18T05:35:35.523" v="2802" actId="20577"/>
          <ac:spMkLst>
            <pc:docMk/>
            <pc:sldMk cId="329124043" sldId="292"/>
            <ac:spMk id="9" creationId="{D8FF2AB4-363E-A2C1-CF45-739D1DC18581}"/>
          </ac:spMkLst>
        </pc:spChg>
      </pc:sldChg>
      <pc:sldChg chg="addSp delSp modSp add del mod">
        <pc:chgData name="Kåre Bach Kjeldsen (adjunkt – kbkj@eaaa.dk)" userId="15a43428-db29-4567-8718-f9a00316eb04" providerId="ADAL" clId="{F234ECA8-0C1E-42DC-AC9D-40E9BCAB1C98}" dt="2026-08-17T12:47:41.028" v="2607" actId="2696"/>
        <pc:sldMkLst>
          <pc:docMk/>
          <pc:sldMk cId="901369380" sldId="293"/>
        </pc:sldMkLst>
        <pc:spChg chg="mod">
          <ac:chgData name="Kåre Bach Kjeldsen (adjunkt – kbkj@eaaa.dk)" userId="15a43428-db29-4567-8718-f9a00316eb04" providerId="ADAL" clId="{F234ECA8-0C1E-42DC-AC9D-40E9BCAB1C98}" dt="2026-08-17T12:16:47.184" v="2406" actId="20577"/>
          <ac:spMkLst>
            <pc:docMk/>
            <pc:sldMk cId="901369380" sldId="293"/>
            <ac:spMk id="3" creationId="{012432D0-11AF-EE1A-6985-59ECDD5A66CA}"/>
          </ac:spMkLst>
        </pc:spChg>
        <pc:spChg chg="add del mod">
          <ac:chgData name="Kåre Bach Kjeldsen (adjunkt – kbkj@eaaa.dk)" userId="15a43428-db29-4567-8718-f9a00316eb04" providerId="ADAL" clId="{F234ECA8-0C1E-42DC-AC9D-40E9BCAB1C98}" dt="2026-08-17T12:16:22.576" v="2329"/>
          <ac:spMkLst>
            <pc:docMk/>
            <pc:sldMk cId="901369380" sldId="293"/>
            <ac:spMk id="4" creationId="{3C3A9C1E-579B-FD7F-BCE0-5A234158A245}"/>
          </ac:spMkLst>
        </pc:spChg>
        <pc:spChg chg="add del mod">
          <ac:chgData name="Kåre Bach Kjeldsen (adjunkt – kbkj@eaaa.dk)" userId="15a43428-db29-4567-8718-f9a00316eb04" providerId="ADAL" clId="{F234ECA8-0C1E-42DC-AC9D-40E9BCAB1C98}" dt="2026-08-17T12:16:23.753" v="2332"/>
          <ac:spMkLst>
            <pc:docMk/>
            <pc:sldMk cId="901369380" sldId="293"/>
            <ac:spMk id="5" creationId="{597955F7-D5B0-C71A-352F-AB6DDBB074BD}"/>
          </ac:spMkLst>
        </pc:spChg>
        <pc:spChg chg="add del mod">
          <ac:chgData name="Kåre Bach Kjeldsen (adjunkt – kbkj@eaaa.dk)" userId="15a43428-db29-4567-8718-f9a00316eb04" providerId="ADAL" clId="{F234ECA8-0C1E-42DC-AC9D-40E9BCAB1C98}" dt="2026-08-17T12:16:25.765" v="2335"/>
          <ac:spMkLst>
            <pc:docMk/>
            <pc:sldMk cId="901369380" sldId="293"/>
            <ac:spMk id="6" creationId="{61FC4AE5-B22D-7A0A-B860-FA5A5DE9F8DD}"/>
          </ac:spMkLst>
        </pc:spChg>
        <pc:spChg chg="add del mod">
          <ac:chgData name="Kåre Bach Kjeldsen (adjunkt – kbkj@eaaa.dk)" userId="15a43428-db29-4567-8718-f9a00316eb04" providerId="ADAL" clId="{F234ECA8-0C1E-42DC-AC9D-40E9BCAB1C98}" dt="2026-08-17T12:16:49.523" v="2408"/>
          <ac:spMkLst>
            <pc:docMk/>
            <pc:sldMk cId="901369380" sldId="293"/>
            <ac:spMk id="7" creationId="{39CD1DC5-5C4E-A9BE-0581-082CE1097D86}"/>
          </ac:spMkLst>
        </pc:spChg>
      </pc:sldChg>
      <pc:sldChg chg="add">
        <pc:chgData name="Kåre Bach Kjeldsen (adjunkt – kbkj@eaaa.dk)" userId="15a43428-db29-4567-8718-f9a00316eb04" providerId="ADAL" clId="{F234ECA8-0C1E-42DC-AC9D-40E9BCAB1C98}" dt="2026-08-17T12:47:45.999" v="2608"/>
        <pc:sldMkLst>
          <pc:docMk/>
          <pc:sldMk cId="1721599584" sldId="293"/>
        </pc:sldMkLst>
      </pc:sldChg>
      <pc:sldChg chg="modSp add mod">
        <pc:chgData name="Kåre Bach Kjeldsen (adjunkt – kbkj@eaaa.dk)" userId="15a43428-db29-4567-8718-f9a00316eb04" providerId="ADAL" clId="{F234ECA8-0C1E-42DC-AC9D-40E9BCAB1C98}" dt="2026-08-18T08:11:15.037" v="3940" actId="20577"/>
        <pc:sldMkLst>
          <pc:docMk/>
          <pc:sldMk cId="4111686879" sldId="294"/>
        </pc:sldMkLst>
        <pc:spChg chg="mod">
          <ac:chgData name="Kåre Bach Kjeldsen (adjunkt – kbkj@eaaa.dk)" userId="15a43428-db29-4567-8718-f9a00316eb04" providerId="ADAL" clId="{F234ECA8-0C1E-42DC-AC9D-40E9BCAB1C98}" dt="2026-08-18T08:11:15.037" v="3940" actId="20577"/>
          <ac:spMkLst>
            <pc:docMk/>
            <pc:sldMk cId="4111686879" sldId="294"/>
            <ac:spMk id="3" creationId="{ED9CDC74-63C0-2626-D5CF-4D74092E20DE}"/>
          </ac:spMkLst>
        </pc:spChg>
      </pc:sldChg>
      <pc:sldChg chg="addSp delSp modSp add mod ord">
        <pc:chgData name="Kåre Bach Kjeldsen (adjunkt – kbkj@eaaa.dk)" userId="15a43428-db29-4567-8718-f9a00316eb04" providerId="ADAL" clId="{F234ECA8-0C1E-42DC-AC9D-40E9BCAB1C98}" dt="2026-08-18T06:03:25.705" v="3140" actId="478"/>
        <pc:sldMkLst>
          <pc:docMk/>
          <pc:sldMk cId="2001203950" sldId="295"/>
        </pc:sldMkLst>
        <pc:spChg chg="mod">
          <ac:chgData name="Kåre Bach Kjeldsen (adjunkt – kbkj@eaaa.dk)" userId="15a43428-db29-4567-8718-f9a00316eb04" providerId="ADAL" clId="{F234ECA8-0C1E-42DC-AC9D-40E9BCAB1C98}" dt="2026-08-18T05:55:42.628" v="2937" actId="20577"/>
          <ac:spMkLst>
            <pc:docMk/>
            <pc:sldMk cId="2001203950" sldId="295"/>
            <ac:spMk id="2" creationId="{F22ADF99-4667-837A-17FA-DA3350D1C99E}"/>
          </ac:spMkLst>
        </pc:spChg>
        <pc:spChg chg="del mod">
          <ac:chgData name="Kåre Bach Kjeldsen (adjunkt – kbkj@eaaa.dk)" userId="15a43428-db29-4567-8718-f9a00316eb04" providerId="ADAL" clId="{F234ECA8-0C1E-42DC-AC9D-40E9BCAB1C98}" dt="2026-08-18T06:00:35.929" v="2946" actId="478"/>
          <ac:spMkLst>
            <pc:docMk/>
            <pc:sldMk cId="2001203950" sldId="295"/>
            <ac:spMk id="5" creationId="{3B0E399C-5BF2-0707-FE09-0D712FEB546E}"/>
          </ac:spMkLst>
        </pc:spChg>
        <pc:spChg chg="mod">
          <ac:chgData name="Kåre Bach Kjeldsen (adjunkt – kbkj@eaaa.dk)" userId="15a43428-db29-4567-8718-f9a00316eb04" providerId="ADAL" clId="{F234ECA8-0C1E-42DC-AC9D-40E9BCAB1C98}" dt="2026-08-18T06:03:17.152" v="3137" actId="14100"/>
          <ac:spMkLst>
            <pc:docMk/>
            <pc:sldMk cId="2001203950" sldId="295"/>
            <ac:spMk id="9" creationId="{9433854A-DF4E-CBD9-CDFB-C54748105C6D}"/>
          </ac:spMkLst>
        </pc:spChg>
        <pc:picChg chg="add del mod">
          <ac:chgData name="Kåre Bach Kjeldsen (adjunkt – kbkj@eaaa.dk)" userId="15a43428-db29-4567-8718-f9a00316eb04" providerId="ADAL" clId="{F234ECA8-0C1E-42DC-AC9D-40E9BCAB1C98}" dt="2026-08-18T06:03:25.705" v="3140" actId="478"/>
          <ac:picMkLst>
            <pc:docMk/>
            <pc:sldMk cId="2001203950" sldId="295"/>
            <ac:picMk id="3" creationId="{F710E111-75D2-7A98-5BE5-47CC19470D99}"/>
          </ac:picMkLst>
        </pc:picChg>
      </pc:sldChg>
      <pc:sldChg chg="addSp delSp modSp add mod">
        <pc:chgData name="Kåre Bach Kjeldsen (adjunkt – kbkj@eaaa.dk)" userId="15a43428-db29-4567-8718-f9a00316eb04" providerId="ADAL" clId="{F234ECA8-0C1E-42DC-AC9D-40E9BCAB1C98}" dt="2026-08-18T06:08:05.884" v="3320" actId="1076"/>
        <pc:sldMkLst>
          <pc:docMk/>
          <pc:sldMk cId="3258210242" sldId="296"/>
        </pc:sldMkLst>
        <pc:spChg chg="add mod">
          <ac:chgData name="Kåre Bach Kjeldsen (adjunkt – kbkj@eaaa.dk)" userId="15a43428-db29-4567-8718-f9a00316eb04" providerId="ADAL" clId="{F234ECA8-0C1E-42DC-AC9D-40E9BCAB1C98}" dt="2026-08-18T06:08:05.884" v="3320" actId="1076"/>
          <ac:spMkLst>
            <pc:docMk/>
            <pc:sldMk cId="3258210242" sldId="296"/>
            <ac:spMk id="5" creationId="{F87B5EBA-F6C8-CB9C-BF00-1005DAB6908D}"/>
          </ac:spMkLst>
        </pc:spChg>
        <pc:spChg chg="del mod">
          <ac:chgData name="Kåre Bach Kjeldsen (adjunkt – kbkj@eaaa.dk)" userId="15a43428-db29-4567-8718-f9a00316eb04" providerId="ADAL" clId="{F234ECA8-0C1E-42DC-AC9D-40E9BCAB1C98}" dt="2026-08-18T06:03:30.033" v="3142" actId="478"/>
          <ac:spMkLst>
            <pc:docMk/>
            <pc:sldMk cId="3258210242" sldId="296"/>
            <ac:spMk id="9" creationId="{34DB3FCC-961D-94D7-C92F-291A16EF998F}"/>
          </ac:spMkLst>
        </pc:spChg>
        <pc:picChg chg="mod">
          <ac:chgData name="Kåre Bach Kjeldsen (adjunkt – kbkj@eaaa.dk)" userId="15a43428-db29-4567-8718-f9a00316eb04" providerId="ADAL" clId="{F234ECA8-0C1E-42DC-AC9D-40E9BCAB1C98}" dt="2026-08-18T06:06:03.970" v="3150" actId="1076"/>
          <ac:picMkLst>
            <pc:docMk/>
            <pc:sldMk cId="3258210242" sldId="296"/>
            <ac:picMk id="3" creationId="{E6C26858-3325-9734-A634-8A34AB21C4E1}"/>
          </ac:picMkLst>
        </pc:picChg>
      </pc:sldChg>
      <pc:sldChg chg="addSp delSp modSp add mod">
        <pc:chgData name="Kåre Bach Kjeldsen (adjunkt – kbkj@eaaa.dk)" userId="15a43428-db29-4567-8718-f9a00316eb04" providerId="ADAL" clId="{F234ECA8-0C1E-42DC-AC9D-40E9BCAB1C98}" dt="2026-08-18T06:08:57.197" v="3483" actId="1076"/>
        <pc:sldMkLst>
          <pc:docMk/>
          <pc:sldMk cId="983238340" sldId="297"/>
        </pc:sldMkLst>
        <pc:spChg chg="add mod">
          <ac:chgData name="Kåre Bach Kjeldsen (adjunkt – kbkj@eaaa.dk)" userId="15a43428-db29-4567-8718-f9a00316eb04" providerId="ADAL" clId="{F234ECA8-0C1E-42DC-AC9D-40E9BCAB1C98}" dt="2026-08-18T06:08:57.197" v="3483" actId="1076"/>
          <ac:spMkLst>
            <pc:docMk/>
            <pc:sldMk cId="983238340" sldId="297"/>
            <ac:spMk id="6" creationId="{F8CB6CFE-A166-D9DD-2104-6606B3A1DB56}"/>
          </ac:spMkLst>
        </pc:spChg>
        <pc:picChg chg="del">
          <ac:chgData name="Kåre Bach Kjeldsen (adjunkt – kbkj@eaaa.dk)" userId="15a43428-db29-4567-8718-f9a00316eb04" providerId="ADAL" clId="{F234ECA8-0C1E-42DC-AC9D-40E9BCAB1C98}" dt="2026-08-18T06:05:52.207" v="3145" actId="478"/>
          <ac:picMkLst>
            <pc:docMk/>
            <pc:sldMk cId="983238340" sldId="297"/>
            <ac:picMk id="3" creationId="{615023A2-8593-A072-DD1B-D3A7495B8237}"/>
          </ac:picMkLst>
        </pc:picChg>
        <pc:picChg chg="add mod">
          <ac:chgData name="Kåre Bach Kjeldsen (adjunkt – kbkj@eaaa.dk)" userId="15a43428-db29-4567-8718-f9a00316eb04" providerId="ADAL" clId="{F234ECA8-0C1E-42DC-AC9D-40E9BCAB1C98}" dt="2026-08-18T06:08:13.558" v="3323" actId="1076"/>
          <ac:picMkLst>
            <pc:docMk/>
            <pc:sldMk cId="983238340" sldId="297"/>
            <ac:picMk id="4" creationId="{52A1CE2E-5ADE-1C74-C511-D24621173537}"/>
          </ac:picMkLst>
        </pc:picChg>
      </pc:sldChg>
      <pc:sldChg chg="delSp modSp add mod">
        <pc:chgData name="Kåre Bach Kjeldsen (adjunkt – kbkj@eaaa.dk)" userId="15a43428-db29-4567-8718-f9a00316eb04" providerId="ADAL" clId="{F234ECA8-0C1E-42DC-AC9D-40E9BCAB1C98}" dt="2026-08-18T06:11:07.045" v="3825" actId="1076"/>
        <pc:sldMkLst>
          <pc:docMk/>
          <pc:sldMk cId="325755911" sldId="298"/>
        </pc:sldMkLst>
        <pc:spChg chg="mod">
          <ac:chgData name="Kåre Bach Kjeldsen (adjunkt – kbkj@eaaa.dk)" userId="15a43428-db29-4567-8718-f9a00316eb04" providerId="ADAL" clId="{F234ECA8-0C1E-42DC-AC9D-40E9BCAB1C98}" dt="2026-08-18T06:11:07.045" v="3825" actId="1076"/>
          <ac:spMkLst>
            <pc:docMk/>
            <pc:sldMk cId="325755911" sldId="298"/>
            <ac:spMk id="5" creationId="{E93457D1-C946-3549-6214-871D5F70BD54}"/>
          </ac:spMkLst>
        </pc:spChg>
        <pc:picChg chg="del">
          <ac:chgData name="Kåre Bach Kjeldsen (adjunkt – kbkj@eaaa.dk)" userId="15a43428-db29-4567-8718-f9a00316eb04" providerId="ADAL" clId="{F234ECA8-0C1E-42DC-AC9D-40E9BCAB1C98}" dt="2026-08-18T06:09:07.465" v="3485" actId="478"/>
          <ac:picMkLst>
            <pc:docMk/>
            <pc:sldMk cId="325755911" sldId="298"/>
            <ac:picMk id="3" creationId="{26785949-A3A6-BE8D-B7C8-D8345C71FDB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0E86E-CF1D-4E48-B58B-1B996A2C1DEF}" type="datetimeFigureOut">
              <a:rPr lang="da-DK" smtClean="0"/>
              <a:t>18-08-2026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3AE74-7E62-4D13-A6C2-81941875241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137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1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1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1.sv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15.svg"/><Relationship Id="rId10" Type="http://schemas.openxmlformats.org/officeDocument/2006/relationships/image" Target="../media/image2.png"/><Relationship Id="rId4" Type="http://schemas.openxmlformats.org/officeDocument/2006/relationships/image" Target="../media/image14.svg"/><Relationship Id="rId9" Type="http://schemas.openxmlformats.org/officeDocument/2006/relationships/image" Target="../media/image16.svg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15.svg"/><Relationship Id="rId10" Type="http://schemas.openxmlformats.org/officeDocument/2006/relationships/image" Target="../media/image2.png"/><Relationship Id="rId4" Type="http://schemas.openxmlformats.org/officeDocument/2006/relationships/image" Target="../media/image14.svg"/><Relationship Id="rId9" Type="http://schemas.openxmlformats.org/officeDocument/2006/relationships/image" Target="../media/image16.svg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15.svg"/><Relationship Id="rId10" Type="http://schemas.openxmlformats.org/officeDocument/2006/relationships/image" Target="../media/image2.png"/><Relationship Id="rId4" Type="http://schemas.openxmlformats.org/officeDocument/2006/relationships/image" Target="../media/image14.svg"/><Relationship Id="rId9" Type="http://schemas.openxmlformats.org/officeDocument/2006/relationships/image" Target="../media/image16.sv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15.svg"/><Relationship Id="rId10" Type="http://schemas.openxmlformats.org/officeDocument/2006/relationships/image" Target="../media/image2.png"/><Relationship Id="rId4" Type="http://schemas.openxmlformats.org/officeDocument/2006/relationships/image" Target="../media/image14.svg"/><Relationship Id="rId9" Type="http://schemas.openxmlformats.org/officeDocument/2006/relationships/image" Target="../media/image16.svg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uden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C2DE219-33C6-A7E3-FE38-E2888694B8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16CB9C1-1168-DC60-F83C-216ED81709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AA5BC8-B46B-F7D9-EDD5-81A153A984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994D425-07AD-E7D7-9D72-D1DA62500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1139334C-B5A2-ACD8-DA69-BE9378DC5F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02A9D9FC-5A48-9086-E672-9944971371E0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CAB28EC-5252-8B2F-0968-259EE52B3EC2}"/>
              </a:ext>
            </a:extLst>
          </p:cNvPr>
          <p:cNvSpPr/>
          <p:nvPr userDrawn="1"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B168CE0-7676-D809-12B9-30911BF62EE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EBE64D-10DD-04E9-D948-570908CF2D32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FB896D1B-2BE4-E515-94F3-8C2E98DAEB3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FB41A2C8-6C86-FB4A-AAB3-929835579E0D}"/>
              </a:ext>
            </a:extLst>
          </p:cNvPr>
          <p:cNvCxnSpPr>
            <a:cxnSpLocks/>
          </p:cNvCxnSpPr>
          <p:nvPr userDrawn="1"/>
        </p:nvCxnSpPr>
        <p:spPr>
          <a:xfrm>
            <a:off x="924269" y="6104054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4E33EE05-8F95-4893-238B-F149EB10E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241" y="5281159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58722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14398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861457B-7A00-BE74-BFA9-F4B6924A8C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98877" y="436141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1">
                <a:lumMod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7" y="436140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E74A03EC-E5FA-79D1-2E92-7E2B69B497F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016" y="194962"/>
            <a:ext cx="1931436" cy="726963"/>
          </a:xfrm>
          <a:prstGeom prst="rect">
            <a:avLst/>
          </a:prstGeom>
        </p:spPr>
      </p:pic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BEEA16E3-A5E2-0855-4482-279792F9CC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6332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6D44003B-7C03-F9A5-2DE0-1A2B7E8AF0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12606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537041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61290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8" y="499137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5E1AE425-F6EA-D79E-69C6-E4C409373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5756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977B62BB-5B11-B355-4A4B-5040B7376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34843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BE259AE5-57BD-A35A-2212-5B85B5B0F5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5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vid baggrund tekstfe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DEE33FD6-7F28-C5A6-5E30-3812523B7383}"/>
              </a:ext>
            </a:extLst>
          </p:cNvPr>
          <p:cNvSpPr/>
          <p:nvPr userDrawn="1"/>
        </p:nvSpPr>
        <p:spPr>
          <a:xfrm>
            <a:off x="23191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35495"/>
            <a:ext cx="10515600" cy="422798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4C3EB2E-3E3B-F397-B9B1-F2A2D636A426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016" y="194962"/>
            <a:ext cx="1931436" cy="72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5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vid baggrund tekstfe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DEE33FD6-7F28-C5A6-5E30-3812523B7383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35495"/>
            <a:ext cx="10515600" cy="4227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6322C49-B95F-04A8-524B-8BD871BECF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65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vid baggrund tekstfe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DEE33FD6-7F28-C5A6-5E30-3812523B7383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35495"/>
            <a:ext cx="10515600" cy="4227984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6322C49-B95F-04A8-524B-8BD871BECF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5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vid baggrund tekstfe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DEE33FD6-7F28-C5A6-5E30-3812523B7383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35495"/>
            <a:ext cx="10515600" cy="4227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6322C49-B95F-04A8-524B-8BD871BECF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1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d baggrund tekstfe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35494"/>
            <a:ext cx="10515600" cy="44861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6322C49-B95F-04A8-524B-8BD871BECF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63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slide med bob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588A5FC4-7FAB-8034-EAD8-2CCC56BF29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/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1478"/>
            <a:ext cx="10515600" cy="4398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A7105EB-7427-7071-AD31-64EFAB69908E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F1C85A-20F7-C79F-0633-B74EE8556810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16231AE0-827D-49F8-6895-DC771FB06C1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2122" y="6607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42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slide med bob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588A5FC4-7FAB-8034-EAD8-2CCC56BF29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/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1478"/>
            <a:ext cx="10515600" cy="4398291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A7105EB-7427-7071-AD31-64EFAB69908E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F1C85A-20F7-C79F-0633-B74EE8556810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 dirty="0"/>
          </a:p>
        </p:txBody>
      </p:sp>
      <p:pic>
        <p:nvPicPr>
          <p:cNvPr id="8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3BB4A472-3B20-BF1B-33CA-6A53952A2D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824" y="119321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5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slide med bob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588A5FC4-7FAB-8034-EAD8-2CCC56BF29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/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1478"/>
            <a:ext cx="10515600" cy="4398291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A7105EB-7427-7071-AD31-64EFAB69908E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F1C85A-20F7-C79F-0633-B74EE8556810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16231AE0-827D-49F8-6895-DC771FB06C1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2122" y="6607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58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slide med bob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588A5FC4-7FAB-8034-EAD8-2CCC56BF29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/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1478"/>
            <a:ext cx="10515600" cy="4398291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A7105EB-7427-7071-AD31-64EFAB69908E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F1C85A-20F7-C79F-0633-B74EE8556810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16231AE0-827D-49F8-6895-DC771FB06C1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2122" y="6607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69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slide med bob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/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1478"/>
            <a:ext cx="10515600" cy="4398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A7105EB-7427-7071-AD31-64EFAB69908E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F1C85A-20F7-C79F-0633-B74EE8556810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 dirty="0"/>
          </a:p>
        </p:txBody>
      </p:sp>
      <p:pic>
        <p:nvPicPr>
          <p:cNvPr id="8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D68DDE10-B68E-3872-E02C-F6BFCDF37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28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3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3F68F84E-343A-0D24-928A-76EF485DA79C}"/>
              </a:ext>
            </a:extLst>
          </p:cNvPr>
          <p:cNvSpPr/>
          <p:nvPr userDrawn="1"/>
        </p:nvSpPr>
        <p:spPr>
          <a:xfrm>
            <a:off x="-30013" y="0"/>
            <a:ext cx="708855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CBC73A91-F422-56B4-8BF2-C115360EC45A}"/>
              </a:ext>
            </a:extLst>
          </p:cNvPr>
          <p:cNvSpPr/>
          <p:nvPr/>
        </p:nvSpPr>
        <p:spPr>
          <a:xfrm>
            <a:off x="5336465" y="3879060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D4686CAD-586C-0B47-28FE-939B5CA0458F}"/>
              </a:ext>
            </a:extLst>
          </p:cNvPr>
          <p:cNvSpPr/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5" name="Grafik 4" descr="Badge 1 med massiv udfyldning">
            <a:extLst>
              <a:ext uri="{FF2B5EF4-FFF2-40B4-BE49-F238E27FC236}">
                <a16:creationId xmlns:a16="http://schemas.microsoft.com/office/drawing/2014/main" id="{8B18C807-D2A6-7364-F01B-35F44492C5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4290" y="2639129"/>
            <a:ext cx="520839" cy="520839"/>
          </a:xfrm>
          <a:prstGeom prst="rect">
            <a:avLst/>
          </a:prstGeom>
        </p:spPr>
      </p:pic>
      <p:pic>
        <p:nvPicPr>
          <p:cNvPr id="10" name="Grafik 9" descr="Badge med massiv udfyldning">
            <a:extLst>
              <a:ext uri="{FF2B5EF4-FFF2-40B4-BE49-F238E27FC236}">
                <a16:creationId xmlns:a16="http://schemas.microsoft.com/office/drawing/2014/main" id="{034F8E1F-1FB0-41AB-FFDE-0A00A2A4A2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6418" y="3722704"/>
            <a:ext cx="478711" cy="478711"/>
          </a:xfrm>
          <a:prstGeom prst="rect">
            <a:avLst/>
          </a:prstGeom>
        </p:spPr>
      </p:pic>
      <p:pic>
        <p:nvPicPr>
          <p:cNvPr id="11" name="Grafik 10" descr="Badge 3 med massiv udfyldning">
            <a:extLst>
              <a:ext uri="{FF2B5EF4-FFF2-40B4-BE49-F238E27FC236}">
                <a16:creationId xmlns:a16="http://schemas.microsoft.com/office/drawing/2014/main" id="{B7D2B729-7602-78ED-2289-4FCD89D97A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5353" y="4824842"/>
            <a:ext cx="478711" cy="478711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07F417A0-0653-37F9-7AA3-2FFBBD8A2C1C}"/>
              </a:ext>
            </a:extLst>
          </p:cNvPr>
          <p:cNvSpPr/>
          <p:nvPr userDrawn="1"/>
        </p:nvSpPr>
        <p:spPr>
          <a:xfrm>
            <a:off x="5336465" y="3877977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2156752-11BD-B98A-96A8-D5C234E6F9C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2864" y="8024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0" name="Pladsholder til tekst 19">
            <a:extLst>
              <a:ext uri="{FF2B5EF4-FFF2-40B4-BE49-F238E27FC236}">
                <a16:creationId xmlns:a16="http://schemas.microsoft.com/office/drawing/2014/main" id="{8E8B5261-1EBE-29C9-1A7E-3A469D70D7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73422" y="2693786"/>
            <a:ext cx="2725737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Pladsholder til tekst 19">
            <a:extLst>
              <a:ext uri="{FF2B5EF4-FFF2-40B4-BE49-F238E27FC236}">
                <a16:creationId xmlns:a16="http://schemas.microsoft.com/office/drawing/2014/main" id="{DCDAA490-B6B2-EEFD-C949-B9DCAA1D40D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73422" y="3776321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19">
            <a:extLst>
              <a:ext uri="{FF2B5EF4-FFF2-40B4-BE49-F238E27FC236}">
                <a16:creationId xmlns:a16="http://schemas.microsoft.com/office/drawing/2014/main" id="{6B40C985-CC51-BCD9-4E13-500306D05E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73423" y="4824842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657DA793-19BA-DE30-1DEE-8263D37E46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59847" y="1258303"/>
            <a:ext cx="4446954" cy="76941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CA0DC3F-623B-554F-BB96-24EA5435AD0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13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p 3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3F68F84E-343A-0D24-928A-76EF485DA79C}"/>
              </a:ext>
            </a:extLst>
          </p:cNvPr>
          <p:cNvSpPr/>
          <p:nvPr userDrawn="1"/>
        </p:nvSpPr>
        <p:spPr>
          <a:xfrm>
            <a:off x="-30013" y="0"/>
            <a:ext cx="708855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CBC73A91-F422-56B4-8BF2-C115360EC45A}"/>
              </a:ext>
            </a:extLst>
          </p:cNvPr>
          <p:cNvSpPr/>
          <p:nvPr/>
        </p:nvSpPr>
        <p:spPr>
          <a:xfrm>
            <a:off x="5336465" y="3879060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D4686CAD-586C-0B47-28FE-939B5CA0458F}"/>
              </a:ext>
            </a:extLst>
          </p:cNvPr>
          <p:cNvSpPr/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5" name="Grafik 4" descr="Badge 1 med massiv udfyldning">
            <a:extLst>
              <a:ext uri="{FF2B5EF4-FFF2-40B4-BE49-F238E27FC236}">
                <a16:creationId xmlns:a16="http://schemas.microsoft.com/office/drawing/2014/main" id="{8B18C807-D2A6-7364-F01B-35F44492C5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4290" y="2639129"/>
            <a:ext cx="520839" cy="520839"/>
          </a:xfrm>
          <a:prstGeom prst="rect">
            <a:avLst/>
          </a:prstGeom>
        </p:spPr>
      </p:pic>
      <p:pic>
        <p:nvPicPr>
          <p:cNvPr id="10" name="Grafik 9" descr="Badge med massiv udfyldning">
            <a:extLst>
              <a:ext uri="{FF2B5EF4-FFF2-40B4-BE49-F238E27FC236}">
                <a16:creationId xmlns:a16="http://schemas.microsoft.com/office/drawing/2014/main" id="{034F8E1F-1FB0-41AB-FFDE-0A00A2A4A2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6418" y="3722704"/>
            <a:ext cx="478711" cy="478711"/>
          </a:xfrm>
          <a:prstGeom prst="rect">
            <a:avLst/>
          </a:prstGeom>
        </p:spPr>
      </p:pic>
      <p:pic>
        <p:nvPicPr>
          <p:cNvPr id="11" name="Grafik 10" descr="Badge 3 med massiv udfyldning">
            <a:extLst>
              <a:ext uri="{FF2B5EF4-FFF2-40B4-BE49-F238E27FC236}">
                <a16:creationId xmlns:a16="http://schemas.microsoft.com/office/drawing/2014/main" id="{B7D2B729-7602-78ED-2289-4FCD89D97A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5353" y="4824842"/>
            <a:ext cx="478711" cy="478711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07F417A0-0653-37F9-7AA3-2FFBBD8A2C1C}"/>
              </a:ext>
            </a:extLst>
          </p:cNvPr>
          <p:cNvSpPr/>
          <p:nvPr userDrawn="1"/>
        </p:nvSpPr>
        <p:spPr>
          <a:xfrm>
            <a:off x="5336465" y="3877977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2156752-11BD-B98A-96A8-D5C234E6F9C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2864" y="8024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0" name="Pladsholder til tekst 19">
            <a:extLst>
              <a:ext uri="{FF2B5EF4-FFF2-40B4-BE49-F238E27FC236}">
                <a16:creationId xmlns:a16="http://schemas.microsoft.com/office/drawing/2014/main" id="{8E8B5261-1EBE-29C9-1A7E-3A469D70D7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73422" y="2693786"/>
            <a:ext cx="2725737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Pladsholder til tekst 19">
            <a:extLst>
              <a:ext uri="{FF2B5EF4-FFF2-40B4-BE49-F238E27FC236}">
                <a16:creationId xmlns:a16="http://schemas.microsoft.com/office/drawing/2014/main" id="{DCDAA490-B6B2-EEFD-C949-B9DCAA1D40D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73422" y="3776321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19">
            <a:extLst>
              <a:ext uri="{FF2B5EF4-FFF2-40B4-BE49-F238E27FC236}">
                <a16:creationId xmlns:a16="http://schemas.microsoft.com/office/drawing/2014/main" id="{6B40C985-CC51-BCD9-4E13-500306D05E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73423" y="4824842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657DA793-19BA-DE30-1DEE-8263D37E46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59847" y="1258303"/>
            <a:ext cx="4446954" cy="76941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CA0DC3F-623B-554F-BB96-24EA5435AD0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50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p 3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3F68F84E-343A-0D24-928A-76EF485DA79C}"/>
              </a:ext>
            </a:extLst>
          </p:cNvPr>
          <p:cNvSpPr/>
          <p:nvPr userDrawn="1"/>
        </p:nvSpPr>
        <p:spPr>
          <a:xfrm>
            <a:off x="-30013" y="0"/>
            <a:ext cx="7088554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CBC73A91-F422-56B4-8BF2-C115360EC45A}"/>
              </a:ext>
            </a:extLst>
          </p:cNvPr>
          <p:cNvSpPr/>
          <p:nvPr/>
        </p:nvSpPr>
        <p:spPr>
          <a:xfrm>
            <a:off x="5336465" y="3879060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D4686CAD-586C-0B47-28FE-939B5CA0458F}"/>
              </a:ext>
            </a:extLst>
          </p:cNvPr>
          <p:cNvSpPr/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5" name="Grafik 4" descr="Badge 1 med massiv udfyldning">
            <a:extLst>
              <a:ext uri="{FF2B5EF4-FFF2-40B4-BE49-F238E27FC236}">
                <a16:creationId xmlns:a16="http://schemas.microsoft.com/office/drawing/2014/main" id="{8B18C807-D2A6-7364-F01B-35F44492C5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4290" y="2639129"/>
            <a:ext cx="520839" cy="520839"/>
          </a:xfrm>
          <a:prstGeom prst="rect">
            <a:avLst/>
          </a:prstGeom>
        </p:spPr>
      </p:pic>
      <p:pic>
        <p:nvPicPr>
          <p:cNvPr id="10" name="Grafik 9" descr="Badge med massiv udfyldning">
            <a:extLst>
              <a:ext uri="{FF2B5EF4-FFF2-40B4-BE49-F238E27FC236}">
                <a16:creationId xmlns:a16="http://schemas.microsoft.com/office/drawing/2014/main" id="{034F8E1F-1FB0-41AB-FFDE-0A00A2A4A2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6418" y="3722704"/>
            <a:ext cx="478711" cy="478711"/>
          </a:xfrm>
          <a:prstGeom prst="rect">
            <a:avLst/>
          </a:prstGeom>
        </p:spPr>
      </p:pic>
      <p:pic>
        <p:nvPicPr>
          <p:cNvPr id="11" name="Grafik 10" descr="Badge 3 med massiv udfyldning">
            <a:extLst>
              <a:ext uri="{FF2B5EF4-FFF2-40B4-BE49-F238E27FC236}">
                <a16:creationId xmlns:a16="http://schemas.microsoft.com/office/drawing/2014/main" id="{B7D2B729-7602-78ED-2289-4FCD89D97A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5353" y="4824842"/>
            <a:ext cx="478711" cy="478711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07F417A0-0653-37F9-7AA3-2FFBBD8A2C1C}"/>
              </a:ext>
            </a:extLst>
          </p:cNvPr>
          <p:cNvSpPr/>
          <p:nvPr userDrawn="1"/>
        </p:nvSpPr>
        <p:spPr>
          <a:xfrm>
            <a:off x="5336465" y="3877977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2156752-11BD-B98A-96A8-D5C234E6F9C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2864" y="8024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0" name="Pladsholder til tekst 19">
            <a:extLst>
              <a:ext uri="{FF2B5EF4-FFF2-40B4-BE49-F238E27FC236}">
                <a16:creationId xmlns:a16="http://schemas.microsoft.com/office/drawing/2014/main" id="{8E8B5261-1EBE-29C9-1A7E-3A469D70D7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73422" y="2693786"/>
            <a:ext cx="2725737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Pladsholder til tekst 19">
            <a:extLst>
              <a:ext uri="{FF2B5EF4-FFF2-40B4-BE49-F238E27FC236}">
                <a16:creationId xmlns:a16="http://schemas.microsoft.com/office/drawing/2014/main" id="{DCDAA490-B6B2-EEFD-C949-B9DCAA1D40D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73422" y="3776321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19">
            <a:extLst>
              <a:ext uri="{FF2B5EF4-FFF2-40B4-BE49-F238E27FC236}">
                <a16:creationId xmlns:a16="http://schemas.microsoft.com/office/drawing/2014/main" id="{6B40C985-CC51-BCD9-4E13-500306D05E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73423" y="4824842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657DA793-19BA-DE30-1DEE-8263D37E46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59847" y="1258303"/>
            <a:ext cx="4446954" cy="76941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CA0DC3F-623B-554F-BB96-24EA5435AD0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32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p 3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3F68F84E-343A-0D24-928A-76EF485DA79C}"/>
              </a:ext>
            </a:extLst>
          </p:cNvPr>
          <p:cNvSpPr/>
          <p:nvPr userDrawn="1"/>
        </p:nvSpPr>
        <p:spPr>
          <a:xfrm>
            <a:off x="-30013" y="0"/>
            <a:ext cx="708855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CBC73A91-F422-56B4-8BF2-C115360EC45A}"/>
              </a:ext>
            </a:extLst>
          </p:cNvPr>
          <p:cNvSpPr/>
          <p:nvPr/>
        </p:nvSpPr>
        <p:spPr>
          <a:xfrm>
            <a:off x="5336465" y="3879060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D4686CAD-586C-0B47-28FE-939B5CA0458F}"/>
              </a:ext>
            </a:extLst>
          </p:cNvPr>
          <p:cNvSpPr/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5" name="Grafik 4" descr="Badge 1 med massiv udfyldning">
            <a:extLst>
              <a:ext uri="{FF2B5EF4-FFF2-40B4-BE49-F238E27FC236}">
                <a16:creationId xmlns:a16="http://schemas.microsoft.com/office/drawing/2014/main" id="{8B18C807-D2A6-7364-F01B-35F44492C5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4290" y="2639129"/>
            <a:ext cx="520839" cy="520839"/>
          </a:xfrm>
          <a:prstGeom prst="rect">
            <a:avLst/>
          </a:prstGeom>
        </p:spPr>
      </p:pic>
      <p:pic>
        <p:nvPicPr>
          <p:cNvPr id="10" name="Grafik 9" descr="Badge med massiv udfyldning">
            <a:extLst>
              <a:ext uri="{FF2B5EF4-FFF2-40B4-BE49-F238E27FC236}">
                <a16:creationId xmlns:a16="http://schemas.microsoft.com/office/drawing/2014/main" id="{034F8E1F-1FB0-41AB-FFDE-0A00A2A4A2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6418" y="3722704"/>
            <a:ext cx="478711" cy="478711"/>
          </a:xfrm>
          <a:prstGeom prst="rect">
            <a:avLst/>
          </a:prstGeom>
        </p:spPr>
      </p:pic>
      <p:pic>
        <p:nvPicPr>
          <p:cNvPr id="11" name="Grafik 10" descr="Badge 3 med massiv udfyldning">
            <a:extLst>
              <a:ext uri="{FF2B5EF4-FFF2-40B4-BE49-F238E27FC236}">
                <a16:creationId xmlns:a16="http://schemas.microsoft.com/office/drawing/2014/main" id="{B7D2B729-7602-78ED-2289-4FCD89D97A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5353" y="4824842"/>
            <a:ext cx="478711" cy="478711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07F417A0-0653-37F9-7AA3-2FFBBD8A2C1C}"/>
              </a:ext>
            </a:extLst>
          </p:cNvPr>
          <p:cNvSpPr/>
          <p:nvPr userDrawn="1"/>
        </p:nvSpPr>
        <p:spPr>
          <a:xfrm>
            <a:off x="5336465" y="3877977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2156752-11BD-B98A-96A8-D5C234E6F9C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2864" y="8024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0" name="Pladsholder til tekst 19">
            <a:extLst>
              <a:ext uri="{FF2B5EF4-FFF2-40B4-BE49-F238E27FC236}">
                <a16:creationId xmlns:a16="http://schemas.microsoft.com/office/drawing/2014/main" id="{8E8B5261-1EBE-29C9-1A7E-3A469D70D7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73422" y="2693786"/>
            <a:ext cx="2725737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Pladsholder til tekst 19">
            <a:extLst>
              <a:ext uri="{FF2B5EF4-FFF2-40B4-BE49-F238E27FC236}">
                <a16:creationId xmlns:a16="http://schemas.microsoft.com/office/drawing/2014/main" id="{DCDAA490-B6B2-EEFD-C949-B9DCAA1D40D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73422" y="3776321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19">
            <a:extLst>
              <a:ext uri="{FF2B5EF4-FFF2-40B4-BE49-F238E27FC236}">
                <a16:creationId xmlns:a16="http://schemas.microsoft.com/office/drawing/2014/main" id="{6B40C985-CC51-BCD9-4E13-500306D05E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73423" y="4824842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657DA793-19BA-DE30-1DEE-8263D37E46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59847" y="1258303"/>
            <a:ext cx="4446954" cy="76941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CA0DC3F-623B-554F-BB96-24EA5435AD0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6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højre">
    <p:bg>
      <p:bgPr>
        <a:solidFill>
          <a:schemeClr val="accent6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1A97AF12-67B3-F2F9-6E32-DA0AF88A36E0}"/>
              </a:ext>
            </a:extLst>
          </p:cNvPr>
          <p:cNvSpPr/>
          <p:nvPr userDrawn="1"/>
        </p:nvSpPr>
        <p:spPr>
          <a:xfrm>
            <a:off x="1150188" y="1026544"/>
            <a:ext cx="9891624" cy="480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026543"/>
            <a:ext cx="4945812" cy="480491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E745A75A-C20F-A2B1-1E37-A7AEF37DC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09623" y="1276686"/>
            <a:ext cx="4266487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Pladsholder til tekst 13">
            <a:extLst>
              <a:ext uri="{FF2B5EF4-FFF2-40B4-BE49-F238E27FC236}">
                <a16:creationId xmlns:a16="http://schemas.microsoft.com/office/drawing/2014/main" id="{D5C8A285-7944-082F-EF17-266C02B406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9623" y="2320506"/>
            <a:ext cx="4265702" cy="32608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a-DK" sz="1800" kern="1200" smtClean="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2">
            <a:extLst>
              <a:ext uri="{FF2B5EF4-FFF2-40B4-BE49-F238E27FC236}">
                <a16:creationId xmlns:a16="http://schemas.microsoft.com/office/drawing/2014/main" id="{ADF37EF3-7D3F-BEED-9E3D-F9CFE7BE59B9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88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venstre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>
            <a:off x="0" y="0"/>
            <a:ext cx="350831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9553" y="1117831"/>
            <a:ext cx="5125421" cy="462233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59EDE253-6EC0-93C7-A55D-015A8F6A56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52558" y="1117831"/>
            <a:ext cx="4929889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B940A7E6-444D-0C88-B493-63C4B7DE8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52558" y="2090057"/>
            <a:ext cx="4929889" cy="365011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7EE718E-9FFA-7D6E-17C3-E19E415AD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3434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med billede venstre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>
            <a:off x="0" y="0"/>
            <a:ext cx="350831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9553" y="1117831"/>
            <a:ext cx="5125421" cy="462233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59EDE253-6EC0-93C7-A55D-015A8F6A56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52558" y="1117831"/>
            <a:ext cx="4929889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B940A7E6-444D-0C88-B493-63C4B7DE8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52558" y="2090057"/>
            <a:ext cx="4929889" cy="365011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7EE718E-9FFA-7D6E-17C3-E19E415AD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980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 med billede venstre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>
            <a:off x="0" y="0"/>
            <a:ext cx="350831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9553" y="1117831"/>
            <a:ext cx="5125421" cy="462233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59EDE253-6EC0-93C7-A55D-015A8F6A56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52558" y="1117831"/>
            <a:ext cx="4929889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B940A7E6-444D-0C88-B493-63C4B7DE8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52558" y="2090057"/>
            <a:ext cx="4929889" cy="365011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7EE718E-9FFA-7D6E-17C3-E19E415AD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595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 med billede venstre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>
            <a:off x="0" y="0"/>
            <a:ext cx="35083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9553" y="1117831"/>
            <a:ext cx="5125421" cy="462233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59EDE253-6EC0-93C7-A55D-015A8F6A56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52558" y="1117831"/>
            <a:ext cx="4929889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B940A7E6-444D-0C88-B493-63C4B7DE8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52558" y="2090057"/>
            <a:ext cx="4929889" cy="365011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7EE718E-9FFA-7D6E-17C3-E19E415AD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66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e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9" name="Pladsholder til billede 18">
            <a:extLst>
              <a:ext uri="{FF2B5EF4-FFF2-40B4-BE49-F238E27FC236}">
                <a16:creationId xmlns:a16="http://schemas.microsoft.com/office/drawing/2014/main" id="{FC2A6DCB-B944-BADD-4C2B-2AEE970144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6669" y="3432220"/>
            <a:ext cx="6183086" cy="345127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-2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Pladsholder til billede 18">
            <a:extLst>
              <a:ext uri="{FF2B5EF4-FFF2-40B4-BE49-F238E27FC236}">
                <a16:creationId xmlns:a16="http://schemas.microsoft.com/office/drawing/2014/main" id="{01B1B245-1870-6F63-E15B-5A42484D14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9525" y="3441746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8000BE1-CFA9-0B2C-3A46-EFDA07107F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37618722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9" name="Pladsholder til billede 18">
            <a:extLst>
              <a:ext uri="{FF2B5EF4-FFF2-40B4-BE49-F238E27FC236}">
                <a16:creationId xmlns:a16="http://schemas.microsoft.com/office/drawing/2014/main" id="{FC2A6DCB-B944-BADD-4C2B-2AEE970144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6669" y="3432220"/>
            <a:ext cx="6183086" cy="345127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-2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Pladsholder til billede 18">
            <a:extLst>
              <a:ext uri="{FF2B5EF4-FFF2-40B4-BE49-F238E27FC236}">
                <a16:creationId xmlns:a16="http://schemas.microsoft.com/office/drawing/2014/main" id="{01B1B245-1870-6F63-E15B-5A42484D14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9525" y="3441746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8000BE1-CFA9-0B2C-3A46-EFDA07107F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9426057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re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9" name="Pladsholder til billede 18">
            <a:extLst>
              <a:ext uri="{FF2B5EF4-FFF2-40B4-BE49-F238E27FC236}">
                <a16:creationId xmlns:a16="http://schemas.microsoft.com/office/drawing/2014/main" id="{FC2A6DCB-B944-BADD-4C2B-2AEE970144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6669" y="3432220"/>
            <a:ext cx="6183086" cy="345127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-2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Pladsholder til billede 18">
            <a:extLst>
              <a:ext uri="{FF2B5EF4-FFF2-40B4-BE49-F238E27FC236}">
                <a16:creationId xmlns:a16="http://schemas.microsoft.com/office/drawing/2014/main" id="{01B1B245-1870-6F63-E15B-5A42484D14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9525" y="3441746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8000BE1-CFA9-0B2C-3A46-EFDA07107F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753630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-2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F6ACCFA8-6CE0-E37B-E68E-C1BA6D4C79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6670851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-2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F6ACCFA8-6CE0-E37B-E68E-C1BA6D4C79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31719984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-2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F6ACCFA8-6CE0-E37B-E68E-C1BA6D4C79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715627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t stort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12192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7CA7DEF1-BA6C-75EA-6002-D05B8D7A6F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40882" y="5561045"/>
            <a:ext cx="4501978" cy="883297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l">
              <a:buNone/>
              <a:defRPr lang="da-DK" sz="18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9193869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stort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12192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7CA7DEF1-BA6C-75EA-6002-D05B8D7A6F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40882" y="5561045"/>
            <a:ext cx="4501978" cy="88329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036044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t stort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12192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7CA7DEF1-BA6C-75EA-6002-D05B8D7A6F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40882" y="5561045"/>
            <a:ext cx="4501978" cy="883297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7609617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vsidet bille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D2C1BF60-06FB-3B24-3D1A-CA1C190B4B3C}"/>
              </a:ext>
            </a:extLst>
          </p:cNvPr>
          <p:cNvSpPr txBox="1"/>
          <p:nvPr userDrawn="1"/>
        </p:nvSpPr>
        <p:spPr>
          <a:xfrm>
            <a:off x="7063273" y="7931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5D8DD052-F369-4F26-95C3-50DB868619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1015" y="919789"/>
            <a:ext cx="5042785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516B1A4-9943-D09D-4408-5F3C1AAB9C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1015" y="2038525"/>
            <a:ext cx="5042786" cy="415700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F60D2C-D6EF-28B6-82FF-F1E6C4625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853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undt billede med 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97E3B0A1-B08A-D757-F294-59515B75C99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8784" y="8326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21" name="Grafik 20" descr="Badge 1 med massiv udfyldning">
            <a:extLst>
              <a:ext uri="{FF2B5EF4-FFF2-40B4-BE49-F238E27FC236}">
                <a16:creationId xmlns:a16="http://schemas.microsoft.com/office/drawing/2014/main" id="{414CB1FD-2F7F-568D-87A3-AA5F2E43A5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6037" y="1724082"/>
            <a:ext cx="718913" cy="718913"/>
          </a:xfrm>
          <a:prstGeom prst="rect">
            <a:avLst/>
          </a:prstGeom>
        </p:spPr>
      </p:pic>
      <p:pic>
        <p:nvPicPr>
          <p:cNvPr id="22" name="Grafik 21" descr="Badge med massiv udfyldning">
            <a:extLst>
              <a:ext uri="{FF2B5EF4-FFF2-40B4-BE49-F238E27FC236}">
                <a16:creationId xmlns:a16="http://schemas.microsoft.com/office/drawing/2014/main" id="{256D1EF6-5D08-9A88-3344-6BFE564851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6037" y="3099743"/>
            <a:ext cx="718913" cy="718913"/>
          </a:xfrm>
          <a:prstGeom prst="rect">
            <a:avLst/>
          </a:prstGeom>
        </p:spPr>
      </p:pic>
      <p:pic>
        <p:nvPicPr>
          <p:cNvPr id="23" name="Grafik 22" descr="Badge 3 med massiv udfyldning">
            <a:extLst>
              <a:ext uri="{FF2B5EF4-FFF2-40B4-BE49-F238E27FC236}">
                <a16:creationId xmlns:a16="http://schemas.microsoft.com/office/drawing/2014/main" id="{17E4907E-C0D4-6E55-FB1C-714ED9C17C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6037" y="4508922"/>
            <a:ext cx="718913" cy="718913"/>
          </a:xfrm>
          <a:prstGeom prst="rect">
            <a:avLst/>
          </a:prstGeom>
        </p:spPr>
      </p:pic>
      <p:sp>
        <p:nvSpPr>
          <p:cNvPr id="28" name="Pladsholder til tekst 19">
            <a:extLst>
              <a:ext uri="{FF2B5EF4-FFF2-40B4-BE49-F238E27FC236}">
                <a16:creationId xmlns:a16="http://schemas.microsoft.com/office/drawing/2014/main" id="{D9D10D8D-2441-FA2C-C1B8-1D95FC55F6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78822" y="1881737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ladsholder til tekst 19">
            <a:extLst>
              <a:ext uri="{FF2B5EF4-FFF2-40B4-BE49-F238E27FC236}">
                <a16:creationId xmlns:a16="http://schemas.microsoft.com/office/drawing/2014/main" id="{E42AE478-112D-AB0E-133D-472906C1B7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78822" y="3273463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2" name="Pladsholder til tekst 19">
            <a:extLst>
              <a:ext uri="{FF2B5EF4-FFF2-40B4-BE49-F238E27FC236}">
                <a16:creationId xmlns:a16="http://schemas.microsoft.com/office/drawing/2014/main" id="{46B1035F-A721-8566-C570-5BF6CD54FD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78822" y="4682642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6351E90B-496B-B9ED-0E32-9D2B9EAA5A46}"/>
              </a:ext>
            </a:extLst>
          </p:cNvPr>
          <p:cNvPicPr/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2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ndt billede med 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EEA1124-1731-CDF1-28B5-0D812D45CE7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8784" y="8326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21" name="Grafik 20" descr="Badge 1 med massiv udfyldning">
            <a:extLst>
              <a:ext uri="{FF2B5EF4-FFF2-40B4-BE49-F238E27FC236}">
                <a16:creationId xmlns:a16="http://schemas.microsoft.com/office/drawing/2014/main" id="{414CB1FD-2F7F-568D-87A3-AA5F2E43A5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6037" y="1724082"/>
            <a:ext cx="718913" cy="718913"/>
          </a:xfrm>
          <a:prstGeom prst="rect">
            <a:avLst/>
          </a:prstGeom>
        </p:spPr>
      </p:pic>
      <p:pic>
        <p:nvPicPr>
          <p:cNvPr id="22" name="Grafik 21" descr="Badge med massiv udfyldning">
            <a:extLst>
              <a:ext uri="{FF2B5EF4-FFF2-40B4-BE49-F238E27FC236}">
                <a16:creationId xmlns:a16="http://schemas.microsoft.com/office/drawing/2014/main" id="{256D1EF6-5D08-9A88-3344-6BFE564851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6037" y="3099743"/>
            <a:ext cx="718913" cy="718913"/>
          </a:xfrm>
          <a:prstGeom prst="rect">
            <a:avLst/>
          </a:prstGeom>
        </p:spPr>
      </p:pic>
      <p:pic>
        <p:nvPicPr>
          <p:cNvPr id="23" name="Grafik 22" descr="Badge 3 med massiv udfyldning">
            <a:extLst>
              <a:ext uri="{FF2B5EF4-FFF2-40B4-BE49-F238E27FC236}">
                <a16:creationId xmlns:a16="http://schemas.microsoft.com/office/drawing/2014/main" id="{17E4907E-C0D4-6E55-FB1C-714ED9C17C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6037" y="4508922"/>
            <a:ext cx="718913" cy="718913"/>
          </a:xfrm>
          <a:prstGeom prst="rect">
            <a:avLst/>
          </a:prstGeom>
        </p:spPr>
      </p:pic>
      <p:sp>
        <p:nvSpPr>
          <p:cNvPr id="28" name="Pladsholder til tekst 19">
            <a:extLst>
              <a:ext uri="{FF2B5EF4-FFF2-40B4-BE49-F238E27FC236}">
                <a16:creationId xmlns:a16="http://schemas.microsoft.com/office/drawing/2014/main" id="{D9D10D8D-2441-FA2C-C1B8-1D95FC55F6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78822" y="1881737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ladsholder til tekst 19">
            <a:extLst>
              <a:ext uri="{FF2B5EF4-FFF2-40B4-BE49-F238E27FC236}">
                <a16:creationId xmlns:a16="http://schemas.microsoft.com/office/drawing/2014/main" id="{E42AE478-112D-AB0E-133D-472906C1B7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78822" y="3273463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2" name="Pladsholder til tekst 19">
            <a:extLst>
              <a:ext uri="{FF2B5EF4-FFF2-40B4-BE49-F238E27FC236}">
                <a16:creationId xmlns:a16="http://schemas.microsoft.com/office/drawing/2014/main" id="{46B1035F-A721-8566-C570-5BF6CD54FD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78822" y="4682642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4E97CA4-2FEB-E952-701A-94AC3A176EF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744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ndt billede med 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EEA1124-1731-CDF1-28B5-0D812D45CE7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8784" y="8326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21" name="Grafik 20" descr="Badge 1 med massiv udfyldning">
            <a:extLst>
              <a:ext uri="{FF2B5EF4-FFF2-40B4-BE49-F238E27FC236}">
                <a16:creationId xmlns:a16="http://schemas.microsoft.com/office/drawing/2014/main" id="{414CB1FD-2F7F-568D-87A3-AA5F2E43A5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6037" y="1724082"/>
            <a:ext cx="718913" cy="718913"/>
          </a:xfrm>
          <a:prstGeom prst="rect">
            <a:avLst/>
          </a:prstGeom>
        </p:spPr>
      </p:pic>
      <p:pic>
        <p:nvPicPr>
          <p:cNvPr id="22" name="Grafik 21" descr="Badge med massiv udfyldning">
            <a:extLst>
              <a:ext uri="{FF2B5EF4-FFF2-40B4-BE49-F238E27FC236}">
                <a16:creationId xmlns:a16="http://schemas.microsoft.com/office/drawing/2014/main" id="{256D1EF6-5D08-9A88-3344-6BFE564851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6037" y="3099743"/>
            <a:ext cx="718913" cy="718913"/>
          </a:xfrm>
          <a:prstGeom prst="rect">
            <a:avLst/>
          </a:prstGeom>
        </p:spPr>
      </p:pic>
      <p:pic>
        <p:nvPicPr>
          <p:cNvPr id="23" name="Grafik 22" descr="Badge 3 med massiv udfyldning">
            <a:extLst>
              <a:ext uri="{FF2B5EF4-FFF2-40B4-BE49-F238E27FC236}">
                <a16:creationId xmlns:a16="http://schemas.microsoft.com/office/drawing/2014/main" id="{17E4907E-C0D4-6E55-FB1C-714ED9C17C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6037" y="4508922"/>
            <a:ext cx="718913" cy="718913"/>
          </a:xfrm>
          <a:prstGeom prst="rect">
            <a:avLst/>
          </a:prstGeom>
        </p:spPr>
      </p:pic>
      <p:sp>
        <p:nvSpPr>
          <p:cNvPr id="28" name="Pladsholder til tekst 19">
            <a:extLst>
              <a:ext uri="{FF2B5EF4-FFF2-40B4-BE49-F238E27FC236}">
                <a16:creationId xmlns:a16="http://schemas.microsoft.com/office/drawing/2014/main" id="{D9D10D8D-2441-FA2C-C1B8-1D95FC55F6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78822" y="1881737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ladsholder til tekst 19">
            <a:extLst>
              <a:ext uri="{FF2B5EF4-FFF2-40B4-BE49-F238E27FC236}">
                <a16:creationId xmlns:a16="http://schemas.microsoft.com/office/drawing/2014/main" id="{E42AE478-112D-AB0E-133D-472906C1B7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78822" y="3273463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2" name="Pladsholder til tekst 19">
            <a:extLst>
              <a:ext uri="{FF2B5EF4-FFF2-40B4-BE49-F238E27FC236}">
                <a16:creationId xmlns:a16="http://schemas.microsoft.com/office/drawing/2014/main" id="{46B1035F-A721-8566-C570-5BF6CD54FD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78822" y="4682642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4E97CA4-2FEB-E952-701A-94AC3A176EF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799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ndt billede med 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3CC9FCDF-2FC8-45F8-FF96-6A4025D574F0}"/>
              </a:ext>
            </a:extLst>
          </p:cNvPr>
          <p:cNvCxnSpPr>
            <a:cxnSpLocks/>
          </p:cNvCxnSpPr>
          <p:nvPr/>
        </p:nvCxnSpPr>
        <p:spPr>
          <a:xfrm>
            <a:off x="905608" y="6309320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8784" y="8326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21" name="Grafik 20" descr="Badge 1 med massiv udfyldning">
            <a:extLst>
              <a:ext uri="{FF2B5EF4-FFF2-40B4-BE49-F238E27FC236}">
                <a16:creationId xmlns:a16="http://schemas.microsoft.com/office/drawing/2014/main" id="{414CB1FD-2F7F-568D-87A3-AA5F2E43A5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6037" y="1724082"/>
            <a:ext cx="718913" cy="718913"/>
          </a:xfrm>
          <a:prstGeom prst="rect">
            <a:avLst/>
          </a:prstGeom>
        </p:spPr>
      </p:pic>
      <p:pic>
        <p:nvPicPr>
          <p:cNvPr id="22" name="Grafik 21" descr="Badge med massiv udfyldning">
            <a:extLst>
              <a:ext uri="{FF2B5EF4-FFF2-40B4-BE49-F238E27FC236}">
                <a16:creationId xmlns:a16="http://schemas.microsoft.com/office/drawing/2014/main" id="{256D1EF6-5D08-9A88-3344-6BFE564851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6037" y="3099743"/>
            <a:ext cx="718913" cy="718913"/>
          </a:xfrm>
          <a:prstGeom prst="rect">
            <a:avLst/>
          </a:prstGeom>
        </p:spPr>
      </p:pic>
      <p:pic>
        <p:nvPicPr>
          <p:cNvPr id="23" name="Grafik 22" descr="Badge 3 med massiv udfyldning">
            <a:extLst>
              <a:ext uri="{FF2B5EF4-FFF2-40B4-BE49-F238E27FC236}">
                <a16:creationId xmlns:a16="http://schemas.microsoft.com/office/drawing/2014/main" id="{17E4907E-C0D4-6E55-FB1C-714ED9C17C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6037" y="4508922"/>
            <a:ext cx="718913" cy="718913"/>
          </a:xfrm>
          <a:prstGeom prst="rect">
            <a:avLst/>
          </a:prstGeom>
        </p:spPr>
      </p:pic>
      <p:sp>
        <p:nvSpPr>
          <p:cNvPr id="28" name="Pladsholder til tekst 19">
            <a:extLst>
              <a:ext uri="{FF2B5EF4-FFF2-40B4-BE49-F238E27FC236}">
                <a16:creationId xmlns:a16="http://schemas.microsoft.com/office/drawing/2014/main" id="{D9D10D8D-2441-FA2C-C1B8-1D95FC55F6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78822" y="1881737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ladsholder til tekst 19">
            <a:extLst>
              <a:ext uri="{FF2B5EF4-FFF2-40B4-BE49-F238E27FC236}">
                <a16:creationId xmlns:a16="http://schemas.microsoft.com/office/drawing/2014/main" id="{E42AE478-112D-AB0E-133D-472906C1B7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78822" y="3273463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2" name="Pladsholder til tekst 19">
            <a:extLst>
              <a:ext uri="{FF2B5EF4-FFF2-40B4-BE49-F238E27FC236}">
                <a16:creationId xmlns:a16="http://schemas.microsoft.com/office/drawing/2014/main" id="{46B1035F-A721-8566-C570-5BF6CD54FD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78822" y="4682642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4E97CA4-2FEB-E952-701A-94AC3A176EF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337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to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Pladsholder til indhold 3">
            <a:extLst>
              <a:ext uri="{FF2B5EF4-FFF2-40B4-BE49-F238E27FC236}">
                <a16:creationId xmlns:a16="http://schemas.microsoft.com/office/drawing/2014/main" id="{063FB2A0-E2A8-7639-5821-EA30510BAD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0775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538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6DA7DDE-63A6-5E98-0EC4-738E3F603C9A}"/>
              </a:ext>
            </a:extLst>
          </p:cNvPr>
          <p:cNvSpPr/>
          <p:nvPr userDrawn="1"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54ABB45-9D02-C95E-4427-18F343D6D612}"/>
              </a:ext>
            </a:extLst>
          </p:cNvPr>
          <p:cNvSpPr/>
          <p:nvPr userDrawn="1"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A7871B6C-23E6-0643-2DDB-7CE708093E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4536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2">
            <a:extLst>
              <a:ext uri="{FF2B5EF4-FFF2-40B4-BE49-F238E27FC236}">
                <a16:creationId xmlns:a16="http://schemas.microsoft.com/office/drawing/2014/main" id="{921CC2E2-C216-1654-6436-4F23FF6174D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490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2442907-9607-FBD5-41BE-6F012CFF8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37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èn overskrift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885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10056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81912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7517C1-57BE-3C06-76C5-125A76A57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4E069D56-901B-B506-32DC-74AF9F223E08}"/>
              </a:ext>
            </a:extLst>
          </p:cNvPr>
          <p:cNvSpPr/>
          <p:nvPr userDrawn="1"/>
        </p:nvSpPr>
        <p:spPr>
          <a:xfrm>
            <a:off x="0" y="6281530"/>
            <a:ext cx="12192000" cy="57647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666359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èn overskrift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885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10056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81912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7517C1-57BE-3C06-76C5-125A76A57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4E069D56-901B-B506-32DC-74AF9F223E08}"/>
              </a:ext>
            </a:extLst>
          </p:cNvPr>
          <p:cNvSpPr/>
          <p:nvPr userDrawn="1"/>
        </p:nvSpPr>
        <p:spPr>
          <a:xfrm>
            <a:off x="0" y="6281530"/>
            <a:ext cx="12192000" cy="57647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65188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èn overskrift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885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10056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81912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7517C1-57BE-3C06-76C5-125A76A57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4E069D56-901B-B506-32DC-74AF9F223E08}"/>
              </a:ext>
            </a:extLst>
          </p:cNvPr>
          <p:cNvSpPr/>
          <p:nvPr userDrawn="1"/>
        </p:nvSpPr>
        <p:spPr>
          <a:xfrm>
            <a:off x="0" y="6281530"/>
            <a:ext cx="12192000" cy="5764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081894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èn overskrift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885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10056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81912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7517C1-57BE-3C06-76C5-125A76A57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4E069D56-901B-B506-32DC-74AF9F223E08}"/>
              </a:ext>
            </a:extLst>
          </p:cNvPr>
          <p:cNvSpPr/>
          <p:nvPr userDrawn="1"/>
        </p:nvSpPr>
        <p:spPr>
          <a:xfrm>
            <a:off x="0" y="6281530"/>
            <a:ext cx="12192000" cy="576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35853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èn overskrift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885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10056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81912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7517C1-57BE-3C06-76C5-125A76A57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807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e overskrifter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22713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39878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6317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5F7AD4-F672-5698-2F38-608B2E0C6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2713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F85ABD62-253C-7D26-2060-90103E5CA1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5567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4662DEC7-4912-95D4-725F-9DBD13CDE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39878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34E7724-DF42-9222-9ADB-53B0C0E36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D1C3607-71D0-EB6B-76E9-20F2FA2109EE}"/>
              </a:ext>
            </a:extLst>
          </p:cNvPr>
          <p:cNvSpPr/>
          <p:nvPr userDrawn="1"/>
        </p:nvSpPr>
        <p:spPr>
          <a:xfrm>
            <a:off x="0" y="6281530"/>
            <a:ext cx="12192000" cy="57647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82096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re overskrifter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22713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39878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6317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5F7AD4-F672-5698-2F38-608B2E0C6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2713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F85ABD62-253C-7D26-2060-90103E5CA1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5567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4662DEC7-4912-95D4-725F-9DBD13CDE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39878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34E7724-DF42-9222-9ADB-53B0C0E36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D1C3607-71D0-EB6B-76E9-20F2FA2109EE}"/>
              </a:ext>
            </a:extLst>
          </p:cNvPr>
          <p:cNvSpPr/>
          <p:nvPr userDrawn="1"/>
        </p:nvSpPr>
        <p:spPr>
          <a:xfrm>
            <a:off x="0" y="6281530"/>
            <a:ext cx="12192000" cy="57647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04180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re overskrifter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22713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39878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6317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5F7AD4-F672-5698-2F38-608B2E0C6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2713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F85ABD62-253C-7D26-2060-90103E5CA1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5567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4662DEC7-4912-95D4-725F-9DBD13CDE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39878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34E7724-DF42-9222-9ADB-53B0C0E36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D1C3607-71D0-EB6B-76E9-20F2FA2109EE}"/>
              </a:ext>
            </a:extLst>
          </p:cNvPr>
          <p:cNvSpPr/>
          <p:nvPr userDrawn="1"/>
        </p:nvSpPr>
        <p:spPr>
          <a:xfrm>
            <a:off x="0" y="6281530"/>
            <a:ext cx="12192000" cy="5764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464950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re overskrifter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22713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39878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6317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5F7AD4-F672-5698-2F38-608B2E0C6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2713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F85ABD62-253C-7D26-2060-90103E5CA1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5567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4662DEC7-4912-95D4-725F-9DBD13CDE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39878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34E7724-DF42-9222-9ADB-53B0C0E36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D1C3607-71D0-EB6B-76E9-20F2FA2109EE}"/>
              </a:ext>
            </a:extLst>
          </p:cNvPr>
          <p:cNvSpPr/>
          <p:nvPr userDrawn="1"/>
        </p:nvSpPr>
        <p:spPr>
          <a:xfrm>
            <a:off x="0" y="6281530"/>
            <a:ext cx="12192000" cy="576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51072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overskrifter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22713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39878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6317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5F7AD4-F672-5698-2F38-608B2E0C6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2713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F85ABD62-253C-7D26-2060-90103E5CA1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5567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4662DEC7-4912-95D4-725F-9DBD13CDE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39878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34E7724-DF42-9222-9ADB-53B0C0E36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445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tekst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1">
            <a:extLst>
              <a:ext uri="{FF2B5EF4-FFF2-40B4-BE49-F238E27FC236}">
                <a16:creationId xmlns:a16="http://schemas.microsoft.com/office/drawing/2014/main" id="{6AF7C5D9-4A61-9AFB-55B2-59864D54C6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0" y="1857765"/>
            <a:ext cx="5220347" cy="430044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1F23421-9BB5-B66E-2915-7AC5D1C649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D6ED4BE-01AC-F3C9-BEAE-18399B71C5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8427B0-6F2A-9A36-BA01-8150978C21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0254" y="837025"/>
            <a:ext cx="5655776" cy="5321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C1117402-4D1F-2B99-74B2-57532C00E0E0}"/>
              </a:ext>
            </a:extLst>
          </p:cNvPr>
          <p:cNvSpPr/>
          <p:nvPr userDrawn="1"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D89150D-33F7-C7EA-4565-830E42B119EF}"/>
              </a:ext>
            </a:extLst>
          </p:cNvPr>
          <p:cNvSpPr/>
          <p:nvPr userDrawn="1"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956E59B5-69E2-3426-86B0-660FF5B7C7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837025"/>
            <a:ext cx="5220346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5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340D9666-406B-DB5B-73C6-16F9D8892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86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runde billeder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CD6D3C6-2CAC-6C9A-A3DF-9BFDD74C8B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22030" y="785132"/>
            <a:ext cx="4357398" cy="4357397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billede 3">
            <a:extLst>
              <a:ext uri="{FF2B5EF4-FFF2-40B4-BE49-F238E27FC236}">
                <a16:creationId xmlns:a16="http://schemas.microsoft.com/office/drawing/2014/main" id="{2EBF9CBC-4B0B-0256-FC20-008C5A7ADF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20543" y="3547382"/>
            <a:ext cx="2525486" cy="2525486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852246"/>
            <a:ext cx="4949760" cy="42206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9FB30B0-C3B1-8663-0D9A-EC5CF4927F14}"/>
              </a:ext>
            </a:extLst>
          </p:cNvPr>
          <p:cNvSpPr/>
          <p:nvPr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097722E6-54DB-46BE-D13E-34D050586DE2}"/>
              </a:ext>
            </a:extLst>
          </p:cNvPr>
          <p:cNvSpPr/>
          <p:nvPr userDrawn="1"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3C32BFDE-1C03-812C-A5E3-30680D7D0E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782152"/>
            <a:ext cx="4949760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44DACAA-D3A2-06DC-1F35-F2B4216E51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22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oks med farvet bund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 rot="5400000">
            <a:off x="5050971" y="-283028"/>
            <a:ext cx="2090057" cy="1219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CB5A48A-2E4C-AD56-8DE6-E60836641FA2}"/>
              </a:ext>
            </a:extLst>
          </p:cNvPr>
          <p:cNvSpPr txBox="1">
            <a:spLocks/>
          </p:cNvSpPr>
          <p:nvPr userDrawn="1"/>
        </p:nvSpPr>
        <p:spPr>
          <a:xfrm>
            <a:off x="1500554" y="2166972"/>
            <a:ext cx="9206523" cy="3589674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da-DK" sz="18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E788242D-E2F8-8F7B-3491-A61E1FA5EC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0553" y="1057680"/>
            <a:ext cx="9206523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Pladsholder til tekst 8">
            <a:extLst>
              <a:ext uri="{FF2B5EF4-FFF2-40B4-BE49-F238E27FC236}">
                <a16:creationId xmlns:a16="http://schemas.microsoft.com/office/drawing/2014/main" id="{851A094B-990F-8F94-975B-7B7DD748BD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10090" y="2176510"/>
            <a:ext cx="9206523" cy="3589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8BA79972-1283-3664-EEBF-DEE63E404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014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boks med farvet bund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 rot="5400000">
            <a:off x="5050971" y="-283028"/>
            <a:ext cx="2090057" cy="1219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CB5A48A-2E4C-AD56-8DE6-E60836641FA2}"/>
              </a:ext>
            </a:extLst>
          </p:cNvPr>
          <p:cNvSpPr txBox="1">
            <a:spLocks/>
          </p:cNvSpPr>
          <p:nvPr userDrawn="1"/>
        </p:nvSpPr>
        <p:spPr>
          <a:xfrm>
            <a:off x="1500554" y="2166972"/>
            <a:ext cx="9206523" cy="3589674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da-DK" sz="18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E788242D-E2F8-8F7B-3491-A61E1FA5EC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0553" y="1057680"/>
            <a:ext cx="9206523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Pladsholder til tekst 8">
            <a:extLst>
              <a:ext uri="{FF2B5EF4-FFF2-40B4-BE49-F238E27FC236}">
                <a16:creationId xmlns:a16="http://schemas.microsoft.com/office/drawing/2014/main" id="{851A094B-990F-8F94-975B-7B7DD748BD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10090" y="2176510"/>
            <a:ext cx="9206523" cy="3589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8BA79972-1283-3664-EEBF-DEE63E404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224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boks med farvet bund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 rot="5400000">
            <a:off x="5050971" y="-283028"/>
            <a:ext cx="2090057" cy="1219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CB5A48A-2E4C-AD56-8DE6-E60836641FA2}"/>
              </a:ext>
            </a:extLst>
          </p:cNvPr>
          <p:cNvSpPr txBox="1">
            <a:spLocks/>
          </p:cNvSpPr>
          <p:nvPr userDrawn="1"/>
        </p:nvSpPr>
        <p:spPr>
          <a:xfrm>
            <a:off x="1500554" y="2166972"/>
            <a:ext cx="9206523" cy="3589674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da-DK" sz="18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E788242D-E2F8-8F7B-3491-A61E1FA5EC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0553" y="1057680"/>
            <a:ext cx="9206523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Pladsholder til tekst 8">
            <a:extLst>
              <a:ext uri="{FF2B5EF4-FFF2-40B4-BE49-F238E27FC236}">
                <a16:creationId xmlns:a16="http://schemas.microsoft.com/office/drawing/2014/main" id="{851A094B-990F-8F94-975B-7B7DD748BD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10090" y="2176510"/>
            <a:ext cx="9206523" cy="3589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8BA79972-1283-3664-EEBF-DEE63E404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61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boks med farvet bund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 rot="5400000">
            <a:off x="5050971" y="-283028"/>
            <a:ext cx="2090057" cy="121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CB5A48A-2E4C-AD56-8DE6-E60836641FA2}"/>
              </a:ext>
            </a:extLst>
          </p:cNvPr>
          <p:cNvSpPr txBox="1">
            <a:spLocks/>
          </p:cNvSpPr>
          <p:nvPr userDrawn="1"/>
        </p:nvSpPr>
        <p:spPr>
          <a:xfrm>
            <a:off x="1500554" y="2166972"/>
            <a:ext cx="9206523" cy="3589674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da-DK" sz="18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E788242D-E2F8-8F7B-3491-A61E1FA5EC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0553" y="1057680"/>
            <a:ext cx="9206523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Pladsholder til tekst 8">
            <a:extLst>
              <a:ext uri="{FF2B5EF4-FFF2-40B4-BE49-F238E27FC236}">
                <a16:creationId xmlns:a16="http://schemas.microsoft.com/office/drawing/2014/main" id="{851A094B-990F-8F94-975B-7B7DD748BD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10090" y="2176510"/>
            <a:ext cx="9206523" cy="3589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8BA79972-1283-3664-EEBF-DEE63E404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441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e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ktangel 28">
            <a:extLst>
              <a:ext uri="{FF2B5EF4-FFF2-40B4-BE49-F238E27FC236}">
                <a16:creationId xmlns:a16="http://schemas.microsoft.com/office/drawing/2014/main" id="{472C92E0-91EE-E45C-70DA-61B42DD33B61}"/>
              </a:ext>
            </a:extLst>
          </p:cNvPr>
          <p:cNvSpPr/>
          <p:nvPr/>
        </p:nvSpPr>
        <p:spPr>
          <a:xfrm>
            <a:off x="0" y="0"/>
            <a:ext cx="4730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Pladsholder til tekst 21">
            <a:extLst>
              <a:ext uri="{FF2B5EF4-FFF2-40B4-BE49-F238E27FC236}">
                <a16:creationId xmlns:a16="http://schemas.microsoft.com/office/drawing/2014/main" id="{F897E297-5976-19F9-D84E-BB274E6A37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971" y="522515"/>
            <a:ext cx="3801742" cy="10072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en titel</a:t>
            </a:r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687314"/>
            <a:ext cx="3801742" cy="46481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bg1"/>
                </a:solidFill>
                <a:latin typeface="Lucida Sans" panose="020B0602030504020204" pitchFamily="34" charset="0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6945550-0D7D-5522-9B2D-2D5A0193F894}"/>
              </a:ext>
            </a:extLst>
          </p:cNvPr>
          <p:cNvSpPr/>
          <p:nvPr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tekst 18">
            <a:extLst>
              <a:ext uri="{FF2B5EF4-FFF2-40B4-BE49-F238E27FC236}">
                <a16:creationId xmlns:a16="http://schemas.microsoft.com/office/drawing/2014/main" id="{D99D8A3C-5CA7-A723-C3E7-A5307D49B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9253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5729EC31-1F8B-12C8-FE4F-0673D0B2FC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9371" y="1703691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2" name="Grafik 21" descr="Badge 1 med massiv udfyldning">
            <a:extLst>
              <a:ext uri="{FF2B5EF4-FFF2-40B4-BE49-F238E27FC236}">
                <a16:creationId xmlns:a16="http://schemas.microsoft.com/office/drawing/2014/main" id="{067809C9-7D6D-59FB-4EA7-7DF783D26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24" name="Grafik 23" descr="Badge med massiv udfyldning">
            <a:extLst>
              <a:ext uri="{FF2B5EF4-FFF2-40B4-BE49-F238E27FC236}">
                <a16:creationId xmlns:a16="http://schemas.microsoft.com/office/drawing/2014/main" id="{7950BEEE-DC43-48EE-1F84-DF17B5CA3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26" name="Grafik 25" descr="Badge 3 med massiv udfyldning">
            <a:extLst>
              <a:ext uri="{FF2B5EF4-FFF2-40B4-BE49-F238E27FC236}">
                <a16:creationId xmlns:a16="http://schemas.microsoft.com/office/drawing/2014/main" id="{15E142B3-F1CC-B292-5B23-E7DCC6A73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28" name="Grafik 27" descr="Badge 4 med massiv udfyldning">
            <a:extLst>
              <a:ext uri="{FF2B5EF4-FFF2-40B4-BE49-F238E27FC236}">
                <a16:creationId xmlns:a16="http://schemas.microsoft.com/office/drawing/2014/main" id="{958C1D6D-1D06-04B1-BC27-64577E709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30" name="Rektangel 29">
            <a:extLst>
              <a:ext uri="{FF2B5EF4-FFF2-40B4-BE49-F238E27FC236}">
                <a16:creationId xmlns:a16="http://schemas.microsoft.com/office/drawing/2014/main" id="{8415F059-5524-D9B4-D9CE-F5C98ACE4440}"/>
              </a:ext>
            </a:extLst>
          </p:cNvPr>
          <p:cNvSpPr/>
          <p:nvPr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Pladsholder til tekst 18">
            <a:extLst>
              <a:ext uri="{FF2B5EF4-FFF2-40B4-BE49-F238E27FC236}">
                <a16:creationId xmlns:a16="http://schemas.microsoft.com/office/drawing/2014/main" id="{72CBC415-531C-287A-06ED-478D6D3D72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38768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1D637F53-0961-D753-9CCA-826C05F25348}"/>
              </a:ext>
            </a:extLst>
          </p:cNvPr>
          <p:cNvSpPr/>
          <p:nvPr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Pladsholder til tekst 18">
            <a:extLst>
              <a:ext uri="{FF2B5EF4-FFF2-40B4-BE49-F238E27FC236}">
                <a16:creationId xmlns:a16="http://schemas.microsoft.com/office/drawing/2014/main" id="{38A62022-F2CA-406B-233C-54B43978AE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9371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A04C7AC0-B565-151A-9F3A-FF359335AF24}"/>
              </a:ext>
            </a:extLst>
          </p:cNvPr>
          <p:cNvSpPr/>
          <p:nvPr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987A51DE-FE2B-C476-509E-7E9DBBAE71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38768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CB54D9B-DC92-DA1A-226B-CD2C8BA86DA7}"/>
              </a:ext>
            </a:extLst>
          </p:cNvPr>
          <p:cNvSpPr/>
          <p:nvPr userDrawn="1"/>
        </p:nvSpPr>
        <p:spPr>
          <a:xfrm>
            <a:off x="0" y="0"/>
            <a:ext cx="47301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B506AB1-D825-4EB6-CF40-C3480ED520B7}"/>
              </a:ext>
            </a:extLst>
          </p:cNvPr>
          <p:cNvSpPr/>
          <p:nvPr userDrawn="1"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" name="Grafik 3" descr="Badge 1 med massiv udfyldning">
            <a:extLst>
              <a:ext uri="{FF2B5EF4-FFF2-40B4-BE49-F238E27FC236}">
                <a16:creationId xmlns:a16="http://schemas.microsoft.com/office/drawing/2014/main" id="{4ED77CCF-5526-0410-E4FD-E7E859138F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5" name="Grafik 4" descr="Badge med massiv udfyldning">
            <a:extLst>
              <a:ext uri="{FF2B5EF4-FFF2-40B4-BE49-F238E27FC236}">
                <a16:creationId xmlns:a16="http://schemas.microsoft.com/office/drawing/2014/main" id="{FFACF88F-F1AB-4C4D-2E13-D9B9F1A38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6" name="Grafik 5" descr="Badge 3 med massiv udfyldning">
            <a:extLst>
              <a:ext uri="{FF2B5EF4-FFF2-40B4-BE49-F238E27FC236}">
                <a16:creationId xmlns:a16="http://schemas.microsoft.com/office/drawing/2014/main" id="{8B358B7B-5E14-AE3F-D8AA-B729C070C4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7" name="Grafik 6" descr="Badge 4 med massiv udfyldning">
            <a:extLst>
              <a:ext uri="{FF2B5EF4-FFF2-40B4-BE49-F238E27FC236}">
                <a16:creationId xmlns:a16="http://schemas.microsoft.com/office/drawing/2014/main" id="{5D24D015-CF3E-99BD-A501-5E223E43BD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89DB1CD2-83C8-EE75-BD73-D47E423A7480}"/>
              </a:ext>
            </a:extLst>
          </p:cNvPr>
          <p:cNvSpPr/>
          <p:nvPr userDrawn="1"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33ED9F8-307B-A01C-39DB-A29F79F7C8DD}"/>
              </a:ext>
            </a:extLst>
          </p:cNvPr>
          <p:cNvSpPr/>
          <p:nvPr userDrawn="1"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618AACC1-26AA-FDA8-973D-5F3AAB621549}"/>
              </a:ext>
            </a:extLst>
          </p:cNvPr>
          <p:cNvSpPr/>
          <p:nvPr userDrawn="1"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Pladsholder til tekst 18">
            <a:extLst>
              <a:ext uri="{FF2B5EF4-FFF2-40B4-BE49-F238E27FC236}">
                <a16:creationId xmlns:a16="http://schemas.microsoft.com/office/drawing/2014/main" id="{A2387C31-BB0B-7872-3143-59931D0571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38768" y="1703690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tekst 18">
            <a:extLst>
              <a:ext uri="{FF2B5EF4-FFF2-40B4-BE49-F238E27FC236}">
                <a16:creationId xmlns:a16="http://schemas.microsoft.com/office/drawing/2014/main" id="{B5B4272F-2918-6F2A-E7A6-8F2B35213F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7064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68813193-889D-153B-1F8B-F898A14E6A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38768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17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994E521-DAAE-1BD3-9CA1-C6634778FE5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44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ktangel 28">
            <a:extLst>
              <a:ext uri="{FF2B5EF4-FFF2-40B4-BE49-F238E27FC236}">
                <a16:creationId xmlns:a16="http://schemas.microsoft.com/office/drawing/2014/main" id="{472C92E0-91EE-E45C-70DA-61B42DD33B61}"/>
              </a:ext>
            </a:extLst>
          </p:cNvPr>
          <p:cNvSpPr/>
          <p:nvPr/>
        </p:nvSpPr>
        <p:spPr>
          <a:xfrm>
            <a:off x="0" y="0"/>
            <a:ext cx="4730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Pladsholder til tekst 21">
            <a:extLst>
              <a:ext uri="{FF2B5EF4-FFF2-40B4-BE49-F238E27FC236}">
                <a16:creationId xmlns:a16="http://schemas.microsoft.com/office/drawing/2014/main" id="{F897E297-5976-19F9-D84E-BB274E6A37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971" y="522515"/>
            <a:ext cx="3801742" cy="10072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en titel</a:t>
            </a:r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687314"/>
            <a:ext cx="3801742" cy="46481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bg1"/>
                </a:solidFill>
                <a:latin typeface="Lucida Sans" panose="020B0602030504020204" pitchFamily="34" charset="0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6945550-0D7D-5522-9B2D-2D5A0193F894}"/>
              </a:ext>
            </a:extLst>
          </p:cNvPr>
          <p:cNvSpPr/>
          <p:nvPr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tekst 18">
            <a:extLst>
              <a:ext uri="{FF2B5EF4-FFF2-40B4-BE49-F238E27FC236}">
                <a16:creationId xmlns:a16="http://schemas.microsoft.com/office/drawing/2014/main" id="{D99D8A3C-5CA7-A723-C3E7-A5307D49B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9253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5729EC31-1F8B-12C8-FE4F-0673D0B2FC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9371" y="1703691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2" name="Grafik 21" descr="Badge 1 med massiv udfyldning">
            <a:extLst>
              <a:ext uri="{FF2B5EF4-FFF2-40B4-BE49-F238E27FC236}">
                <a16:creationId xmlns:a16="http://schemas.microsoft.com/office/drawing/2014/main" id="{067809C9-7D6D-59FB-4EA7-7DF783D26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24" name="Grafik 23" descr="Badge med massiv udfyldning">
            <a:extLst>
              <a:ext uri="{FF2B5EF4-FFF2-40B4-BE49-F238E27FC236}">
                <a16:creationId xmlns:a16="http://schemas.microsoft.com/office/drawing/2014/main" id="{7950BEEE-DC43-48EE-1F84-DF17B5CA3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26" name="Grafik 25" descr="Badge 3 med massiv udfyldning">
            <a:extLst>
              <a:ext uri="{FF2B5EF4-FFF2-40B4-BE49-F238E27FC236}">
                <a16:creationId xmlns:a16="http://schemas.microsoft.com/office/drawing/2014/main" id="{15E142B3-F1CC-B292-5B23-E7DCC6A73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28" name="Grafik 27" descr="Badge 4 med massiv udfyldning">
            <a:extLst>
              <a:ext uri="{FF2B5EF4-FFF2-40B4-BE49-F238E27FC236}">
                <a16:creationId xmlns:a16="http://schemas.microsoft.com/office/drawing/2014/main" id="{958C1D6D-1D06-04B1-BC27-64577E709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30" name="Rektangel 29">
            <a:extLst>
              <a:ext uri="{FF2B5EF4-FFF2-40B4-BE49-F238E27FC236}">
                <a16:creationId xmlns:a16="http://schemas.microsoft.com/office/drawing/2014/main" id="{8415F059-5524-D9B4-D9CE-F5C98ACE4440}"/>
              </a:ext>
            </a:extLst>
          </p:cNvPr>
          <p:cNvSpPr/>
          <p:nvPr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Pladsholder til tekst 18">
            <a:extLst>
              <a:ext uri="{FF2B5EF4-FFF2-40B4-BE49-F238E27FC236}">
                <a16:creationId xmlns:a16="http://schemas.microsoft.com/office/drawing/2014/main" id="{72CBC415-531C-287A-06ED-478D6D3D72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38768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1D637F53-0961-D753-9CCA-826C05F25348}"/>
              </a:ext>
            </a:extLst>
          </p:cNvPr>
          <p:cNvSpPr/>
          <p:nvPr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Pladsholder til tekst 18">
            <a:extLst>
              <a:ext uri="{FF2B5EF4-FFF2-40B4-BE49-F238E27FC236}">
                <a16:creationId xmlns:a16="http://schemas.microsoft.com/office/drawing/2014/main" id="{38A62022-F2CA-406B-233C-54B43978AE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9371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A04C7AC0-B565-151A-9F3A-FF359335AF24}"/>
              </a:ext>
            </a:extLst>
          </p:cNvPr>
          <p:cNvSpPr/>
          <p:nvPr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987A51DE-FE2B-C476-509E-7E9DBBAE71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38768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CB54D9B-DC92-DA1A-226B-CD2C8BA86DA7}"/>
              </a:ext>
            </a:extLst>
          </p:cNvPr>
          <p:cNvSpPr/>
          <p:nvPr userDrawn="1"/>
        </p:nvSpPr>
        <p:spPr>
          <a:xfrm>
            <a:off x="0" y="0"/>
            <a:ext cx="47301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B506AB1-D825-4EB6-CF40-C3480ED520B7}"/>
              </a:ext>
            </a:extLst>
          </p:cNvPr>
          <p:cNvSpPr/>
          <p:nvPr userDrawn="1"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" name="Grafik 3" descr="Badge 1 med massiv udfyldning">
            <a:extLst>
              <a:ext uri="{FF2B5EF4-FFF2-40B4-BE49-F238E27FC236}">
                <a16:creationId xmlns:a16="http://schemas.microsoft.com/office/drawing/2014/main" id="{4ED77CCF-5526-0410-E4FD-E7E859138F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5" name="Grafik 4" descr="Badge med massiv udfyldning">
            <a:extLst>
              <a:ext uri="{FF2B5EF4-FFF2-40B4-BE49-F238E27FC236}">
                <a16:creationId xmlns:a16="http://schemas.microsoft.com/office/drawing/2014/main" id="{FFACF88F-F1AB-4C4D-2E13-D9B9F1A38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6" name="Grafik 5" descr="Badge 3 med massiv udfyldning">
            <a:extLst>
              <a:ext uri="{FF2B5EF4-FFF2-40B4-BE49-F238E27FC236}">
                <a16:creationId xmlns:a16="http://schemas.microsoft.com/office/drawing/2014/main" id="{8B358B7B-5E14-AE3F-D8AA-B729C070C4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7" name="Grafik 6" descr="Badge 4 med massiv udfyldning">
            <a:extLst>
              <a:ext uri="{FF2B5EF4-FFF2-40B4-BE49-F238E27FC236}">
                <a16:creationId xmlns:a16="http://schemas.microsoft.com/office/drawing/2014/main" id="{5D24D015-CF3E-99BD-A501-5E223E43BD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89DB1CD2-83C8-EE75-BD73-D47E423A7480}"/>
              </a:ext>
            </a:extLst>
          </p:cNvPr>
          <p:cNvSpPr/>
          <p:nvPr userDrawn="1"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33ED9F8-307B-A01C-39DB-A29F79F7C8DD}"/>
              </a:ext>
            </a:extLst>
          </p:cNvPr>
          <p:cNvSpPr/>
          <p:nvPr userDrawn="1"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618AACC1-26AA-FDA8-973D-5F3AAB621549}"/>
              </a:ext>
            </a:extLst>
          </p:cNvPr>
          <p:cNvSpPr/>
          <p:nvPr userDrawn="1"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Pladsholder til tekst 18">
            <a:extLst>
              <a:ext uri="{FF2B5EF4-FFF2-40B4-BE49-F238E27FC236}">
                <a16:creationId xmlns:a16="http://schemas.microsoft.com/office/drawing/2014/main" id="{A2387C31-BB0B-7872-3143-59931D0571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38768" y="1703690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tekst 18">
            <a:extLst>
              <a:ext uri="{FF2B5EF4-FFF2-40B4-BE49-F238E27FC236}">
                <a16:creationId xmlns:a16="http://schemas.microsoft.com/office/drawing/2014/main" id="{B5B4272F-2918-6F2A-E7A6-8F2B35213F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7064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68813193-889D-153B-1F8B-F898A14E6A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38768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17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994E521-DAAE-1BD3-9CA1-C6634778FE5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09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re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ktangel 28">
            <a:extLst>
              <a:ext uri="{FF2B5EF4-FFF2-40B4-BE49-F238E27FC236}">
                <a16:creationId xmlns:a16="http://schemas.microsoft.com/office/drawing/2014/main" id="{472C92E0-91EE-E45C-70DA-61B42DD33B61}"/>
              </a:ext>
            </a:extLst>
          </p:cNvPr>
          <p:cNvSpPr/>
          <p:nvPr/>
        </p:nvSpPr>
        <p:spPr>
          <a:xfrm>
            <a:off x="0" y="0"/>
            <a:ext cx="4730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Pladsholder til tekst 21">
            <a:extLst>
              <a:ext uri="{FF2B5EF4-FFF2-40B4-BE49-F238E27FC236}">
                <a16:creationId xmlns:a16="http://schemas.microsoft.com/office/drawing/2014/main" id="{F897E297-5976-19F9-D84E-BB274E6A37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971" y="522515"/>
            <a:ext cx="3801742" cy="10072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en titel</a:t>
            </a:r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687314"/>
            <a:ext cx="3801742" cy="46481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bg1"/>
                </a:solidFill>
                <a:latin typeface="Lucida Sans" panose="020B0602030504020204" pitchFamily="34" charset="0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6945550-0D7D-5522-9B2D-2D5A0193F894}"/>
              </a:ext>
            </a:extLst>
          </p:cNvPr>
          <p:cNvSpPr/>
          <p:nvPr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tekst 18">
            <a:extLst>
              <a:ext uri="{FF2B5EF4-FFF2-40B4-BE49-F238E27FC236}">
                <a16:creationId xmlns:a16="http://schemas.microsoft.com/office/drawing/2014/main" id="{D99D8A3C-5CA7-A723-C3E7-A5307D49B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9253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5729EC31-1F8B-12C8-FE4F-0673D0B2FC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9371" y="1703691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2" name="Grafik 21" descr="Badge 1 med massiv udfyldning">
            <a:extLst>
              <a:ext uri="{FF2B5EF4-FFF2-40B4-BE49-F238E27FC236}">
                <a16:creationId xmlns:a16="http://schemas.microsoft.com/office/drawing/2014/main" id="{067809C9-7D6D-59FB-4EA7-7DF783D26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24" name="Grafik 23" descr="Badge med massiv udfyldning">
            <a:extLst>
              <a:ext uri="{FF2B5EF4-FFF2-40B4-BE49-F238E27FC236}">
                <a16:creationId xmlns:a16="http://schemas.microsoft.com/office/drawing/2014/main" id="{7950BEEE-DC43-48EE-1F84-DF17B5CA3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26" name="Grafik 25" descr="Badge 3 med massiv udfyldning">
            <a:extLst>
              <a:ext uri="{FF2B5EF4-FFF2-40B4-BE49-F238E27FC236}">
                <a16:creationId xmlns:a16="http://schemas.microsoft.com/office/drawing/2014/main" id="{15E142B3-F1CC-B292-5B23-E7DCC6A73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28" name="Grafik 27" descr="Badge 4 med massiv udfyldning">
            <a:extLst>
              <a:ext uri="{FF2B5EF4-FFF2-40B4-BE49-F238E27FC236}">
                <a16:creationId xmlns:a16="http://schemas.microsoft.com/office/drawing/2014/main" id="{958C1D6D-1D06-04B1-BC27-64577E709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30" name="Rektangel 29">
            <a:extLst>
              <a:ext uri="{FF2B5EF4-FFF2-40B4-BE49-F238E27FC236}">
                <a16:creationId xmlns:a16="http://schemas.microsoft.com/office/drawing/2014/main" id="{8415F059-5524-D9B4-D9CE-F5C98ACE4440}"/>
              </a:ext>
            </a:extLst>
          </p:cNvPr>
          <p:cNvSpPr/>
          <p:nvPr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Pladsholder til tekst 18">
            <a:extLst>
              <a:ext uri="{FF2B5EF4-FFF2-40B4-BE49-F238E27FC236}">
                <a16:creationId xmlns:a16="http://schemas.microsoft.com/office/drawing/2014/main" id="{72CBC415-531C-287A-06ED-478D6D3D72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38768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1D637F53-0961-D753-9CCA-826C05F25348}"/>
              </a:ext>
            </a:extLst>
          </p:cNvPr>
          <p:cNvSpPr/>
          <p:nvPr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Pladsholder til tekst 18">
            <a:extLst>
              <a:ext uri="{FF2B5EF4-FFF2-40B4-BE49-F238E27FC236}">
                <a16:creationId xmlns:a16="http://schemas.microsoft.com/office/drawing/2014/main" id="{38A62022-F2CA-406B-233C-54B43978AE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9371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A04C7AC0-B565-151A-9F3A-FF359335AF24}"/>
              </a:ext>
            </a:extLst>
          </p:cNvPr>
          <p:cNvSpPr/>
          <p:nvPr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987A51DE-FE2B-C476-509E-7E9DBBAE71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38768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CB54D9B-DC92-DA1A-226B-CD2C8BA86DA7}"/>
              </a:ext>
            </a:extLst>
          </p:cNvPr>
          <p:cNvSpPr/>
          <p:nvPr userDrawn="1"/>
        </p:nvSpPr>
        <p:spPr>
          <a:xfrm>
            <a:off x="0" y="0"/>
            <a:ext cx="47301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B506AB1-D825-4EB6-CF40-C3480ED520B7}"/>
              </a:ext>
            </a:extLst>
          </p:cNvPr>
          <p:cNvSpPr/>
          <p:nvPr userDrawn="1"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" name="Grafik 3" descr="Badge 1 med massiv udfyldning">
            <a:extLst>
              <a:ext uri="{FF2B5EF4-FFF2-40B4-BE49-F238E27FC236}">
                <a16:creationId xmlns:a16="http://schemas.microsoft.com/office/drawing/2014/main" id="{4ED77CCF-5526-0410-E4FD-E7E859138F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5" name="Grafik 4" descr="Badge med massiv udfyldning">
            <a:extLst>
              <a:ext uri="{FF2B5EF4-FFF2-40B4-BE49-F238E27FC236}">
                <a16:creationId xmlns:a16="http://schemas.microsoft.com/office/drawing/2014/main" id="{FFACF88F-F1AB-4C4D-2E13-D9B9F1A38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6" name="Grafik 5" descr="Badge 3 med massiv udfyldning">
            <a:extLst>
              <a:ext uri="{FF2B5EF4-FFF2-40B4-BE49-F238E27FC236}">
                <a16:creationId xmlns:a16="http://schemas.microsoft.com/office/drawing/2014/main" id="{8B358B7B-5E14-AE3F-D8AA-B729C070C4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7" name="Grafik 6" descr="Badge 4 med massiv udfyldning">
            <a:extLst>
              <a:ext uri="{FF2B5EF4-FFF2-40B4-BE49-F238E27FC236}">
                <a16:creationId xmlns:a16="http://schemas.microsoft.com/office/drawing/2014/main" id="{5D24D015-CF3E-99BD-A501-5E223E43BD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89DB1CD2-83C8-EE75-BD73-D47E423A7480}"/>
              </a:ext>
            </a:extLst>
          </p:cNvPr>
          <p:cNvSpPr/>
          <p:nvPr userDrawn="1"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33ED9F8-307B-A01C-39DB-A29F79F7C8DD}"/>
              </a:ext>
            </a:extLst>
          </p:cNvPr>
          <p:cNvSpPr/>
          <p:nvPr userDrawn="1"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618AACC1-26AA-FDA8-973D-5F3AAB621549}"/>
              </a:ext>
            </a:extLst>
          </p:cNvPr>
          <p:cNvSpPr/>
          <p:nvPr userDrawn="1"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Pladsholder til tekst 18">
            <a:extLst>
              <a:ext uri="{FF2B5EF4-FFF2-40B4-BE49-F238E27FC236}">
                <a16:creationId xmlns:a16="http://schemas.microsoft.com/office/drawing/2014/main" id="{A2387C31-BB0B-7872-3143-59931D0571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38768" y="1703690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tekst 18">
            <a:extLst>
              <a:ext uri="{FF2B5EF4-FFF2-40B4-BE49-F238E27FC236}">
                <a16:creationId xmlns:a16="http://schemas.microsoft.com/office/drawing/2014/main" id="{B5B4272F-2918-6F2A-E7A6-8F2B35213F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7064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68813193-889D-153B-1F8B-F898A14E6A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38768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17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994E521-DAAE-1BD3-9CA1-C6634778FE5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323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ire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ktangel 28">
            <a:extLst>
              <a:ext uri="{FF2B5EF4-FFF2-40B4-BE49-F238E27FC236}">
                <a16:creationId xmlns:a16="http://schemas.microsoft.com/office/drawing/2014/main" id="{472C92E0-91EE-E45C-70DA-61B42DD33B61}"/>
              </a:ext>
            </a:extLst>
          </p:cNvPr>
          <p:cNvSpPr/>
          <p:nvPr/>
        </p:nvSpPr>
        <p:spPr>
          <a:xfrm>
            <a:off x="0" y="0"/>
            <a:ext cx="4730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Pladsholder til tekst 21">
            <a:extLst>
              <a:ext uri="{FF2B5EF4-FFF2-40B4-BE49-F238E27FC236}">
                <a16:creationId xmlns:a16="http://schemas.microsoft.com/office/drawing/2014/main" id="{F897E297-5976-19F9-D84E-BB274E6A37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971" y="522515"/>
            <a:ext cx="3801742" cy="10072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en titel</a:t>
            </a:r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687314"/>
            <a:ext cx="3801742" cy="46481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bg1"/>
                </a:solidFill>
                <a:latin typeface="Lucida Sans" panose="020B0602030504020204" pitchFamily="34" charset="0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6945550-0D7D-5522-9B2D-2D5A0193F894}"/>
              </a:ext>
            </a:extLst>
          </p:cNvPr>
          <p:cNvSpPr/>
          <p:nvPr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tekst 18">
            <a:extLst>
              <a:ext uri="{FF2B5EF4-FFF2-40B4-BE49-F238E27FC236}">
                <a16:creationId xmlns:a16="http://schemas.microsoft.com/office/drawing/2014/main" id="{D99D8A3C-5CA7-A723-C3E7-A5307D49B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9253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5729EC31-1F8B-12C8-FE4F-0673D0B2FC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9371" y="1703691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2" name="Grafik 21" descr="Badge 1 med massiv udfyldning">
            <a:extLst>
              <a:ext uri="{FF2B5EF4-FFF2-40B4-BE49-F238E27FC236}">
                <a16:creationId xmlns:a16="http://schemas.microsoft.com/office/drawing/2014/main" id="{067809C9-7D6D-59FB-4EA7-7DF783D26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24" name="Grafik 23" descr="Badge med massiv udfyldning">
            <a:extLst>
              <a:ext uri="{FF2B5EF4-FFF2-40B4-BE49-F238E27FC236}">
                <a16:creationId xmlns:a16="http://schemas.microsoft.com/office/drawing/2014/main" id="{7950BEEE-DC43-48EE-1F84-DF17B5CA3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26" name="Grafik 25" descr="Badge 3 med massiv udfyldning">
            <a:extLst>
              <a:ext uri="{FF2B5EF4-FFF2-40B4-BE49-F238E27FC236}">
                <a16:creationId xmlns:a16="http://schemas.microsoft.com/office/drawing/2014/main" id="{15E142B3-F1CC-B292-5B23-E7DCC6A73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28" name="Grafik 27" descr="Badge 4 med massiv udfyldning">
            <a:extLst>
              <a:ext uri="{FF2B5EF4-FFF2-40B4-BE49-F238E27FC236}">
                <a16:creationId xmlns:a16="http://schemas.microsoft.com/office/drawing/2014/main" id="{958C1D6D-1D06-04B1-BC27-64577E709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30" name="Rektangel 29">
            <a:extLst>
              <a:ext uri="{FF2B5EF4-FFF2-40B4-BE49-F238E27FC236}">
                <a16:creationId xmlns:a16="http://schemas.microsoft.com/office/drawing/2014/main" id="{8415F059-5524-D9B4-D9CE-F5C98ACE4440}"/>
              </a:ext>
            </a:extLst>
          </p:cNvPr>
          <p:cNvSpPr/>
          <p:nvPr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Pladsholder til tekst 18">
            <a:extLst>
              <a:ext uri="{FF2B5EF4-FFF2-40B4-BE49-F238E27FC236}">
                <a16:creationId xmlns:a16="http://schemas.microsoft.com/office/drawing/2014/main" id="{72CBC415-531C-287A-06ED-478D6D3D72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38768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1D637F53-0961-D753-9CCA-826C05F25348}"/>
              </a:ext>
            </a:extLst>
          </p:cNvPr>
          <p:cNvSpPr/>
          <p:nvPr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Pladsholder til tekst 18">
            <a:extLst>
              <a:ext uri="{FF2B5EF4-FFF2-40B4-BE49-F238E27FC236}">
                <a16:creationId xmlns:a16="http://schemas.microsoft.com/office/drawing/2014/main" id="{38A62022-F2CA-406B-233C-54B43978AE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9371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A04C7AC0-B565-151A-9F3A-FF359335AF24}"/>
              </a:ext>
            </a:extLst>
          </p:cNvPr>
          <p:cNvSpPr/>
          <p:nvPr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987A51DE-FE2B-C476-509E-7E9DBBAE71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38768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CB54D9B-DC92-DA1A-226B-CD2C8BA86DA7}"/>
              </a:ext>
            </a:extLst>
          </p:cNvPr>
          <p:cNvSpPr/>
          <p:nvPr userDrawn="1"/>
        </p:nvSpPr>
        <p:spPr>
          <a:xfrm>
            <a:off x="0" y="0"/>
            <a:ext cx="4730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B506AB1-D825-4EB6-CF40-C3480ED520B7}"/>
              </a:ext>
            </a:extLst>
          </p:cNvPr>
          <p:cNvSpPr/>
          <p:nvPr userDrawn="1"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" name="Grafik 3" descr="Badge 1 med massiv udfyldning">
            <a:extLst>
              <a:ext uri="{FF2B5EF4-FFF2-40B4-BE49-F238E27FC236}">
                <a16:creationId xmlns:a16="http://schemas.microsoft.com/office/drawing/2014/main" id="{4ED77CCF-5526-0410-E4FD-E7E859138F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5" name="Grafik 4" descr="Badge med massiv udfyldning">
            <a:extLst>
              <a:ext uri="{FF2B5EF4-FFF2-40B4-BE49-F238E27FC236}">
                <a16:creationId xmlns:a16="http://schemas.microsoft.com/office/drawing/2014/main" id="{FFACF88F-F1AB-4C4D-2E13-D9B9F1A38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6" name="Grafik 5" descr="Badge 3 med massiv udfyldning">
            <a:extLst>
              <a:ext uri="{FF2B5EF4-FFF2-40B4-BE49-F238E27FC236}">
                <a16:creationId xmlns:a16="http://schemas.microsoft.com/office/drawing/2014/main" id="{8B358B7B-5E14-AE3F-D8AA-B729C070C4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7" name="Grafik 6" descr="Badge 4 med massiv udfyldning">
            <a:extLst>
              <a:ext uri="{FF2B5EF4-FFF2-40B4-BE49-F238E27FC236}">
                <a16:creationId xmlns:a16="http://schemas.microsoft.com/office/drawing/2014/main" id="{5D24D015-CF3E-99BD-A501-5E223E43BD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89DB1CD2-83C8-EE75-BD73-D47E423A7480}"/>
              </a:ext>
            </a:extLst>
          </p:cNvPr>
          <p:cNvSpPr/>
          <p:nvPr userDrawn="1"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33ED9F8-307B-A01C-39DB-A29F79F7C8DD}"/>
              </a:ext>
            </a:extLst>
          </p:cNvPr>
          <p:cNvSpPr/>
          <p:nvPr userDrawn="1"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618AACC1-26AA-FDA8-973D-5F3AAB621549}"/>
              </a:ext>
            </a:extLst>
          </p:cNvPr>
          <p:cNvSpPr/>
          <p:nvPr userDrawn="1"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Pladsholder til tekst 18">
            <a:extLst>
              <a:ext uri="{FF2B5EF4-FFF2-40B4-BE49-F238E27FC236}">
                <a16:creationId xmlns:a16="http://schemas.microsoft.com/office/drawing/2014/main" id="{A2387C31-BB0B-7872-3143-59931D0571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38768" y="1703690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tekst 18">
            <a:extLst>
              <a:ext uri="{FF2B5EF4-FFF2-40B4-BE49-F238E27FC236}">
                <a16:creationId xmlns:a16="http://schemas.microsoft.com/office/drawing/2014/main" id="{B5B4272F-2918-6F2A-E7A6-8F2B35213F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7064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68813193-889D-153B-1F8B-F898A14E6A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38768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17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994E521-DAAE-1BD3-9CA1-C6634778FE5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01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obler med tekst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636" y="525544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23317" y="1625499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4319" y="3354628"/>
            <a:ext cx="2508405" cy="22038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ladsholder til tekst 6">
            <a:extLst>
              <a:ext uri="{FF2B5EF4-FFF2-40B4-BE49-F238E27FC236}">
                <a16:creationId xmlns:a16="http://schemas.microsoft.com/office/drawing/2014/main" id="{2882F17C-00F2-A813-2186-4FE5B2FBF7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7" y="2267340"/>
            <a:ext cx="2813375" cy="28985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6">
            <a:extLst>
              <a:ext uri="{FF2B5EF4-FFF2-40B4-BE49-F238E27FC236}">
                <a16:creationId xmlns:a16="http://schemas.microsoft.com/office/drawing/2014/main" id="{0EA4F555-26FA-340F-7755-423F83BD09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67240" y="1063426"/>
            <a:ext cx="1948713" cy="1821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04025456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bokse med tekst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24644" y="2631672"/>
            <a:ext cx="3707920" cy="370792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42534" y="3450566"/>
            <a:ext cx="2441528" cy="21079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16FD77BF-BF2C-21DC-4882-43FB0B4F49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65724" y="1146853"/>
            <a:ext cx="1916112" cy="16543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Pladsholder til tekst 6">
            <a:extLst>
              <a:ext uri="{FF2B5EF4-FFF2-40B4-BE49-F238E27FC236}">
                <a16:creationId xmlns:a16="http://schemas.microsoft.com/office/drawing/2014/main" id="{963992AD-36AD-AA14-246B-14784DE663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8" y="2537696"/>
            <a:ext cx="2799770" cy="241724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8838372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bl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4559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8864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437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5" r:id="rId3"/>
    <p:sldLayoutId id="2147483696" r:id="rId4"/>
    <p:sldLayoutId id="2147483697" r:id="rId5"/>
    <p:sldLayoutId id="2147483698" r:id="rId6"/>
    <p:sldLayoutId id="2147483695" r:id="rId7"/>
    <p:sldLayoutId id="2147483681" r:id="rId8"/>
    <p:sldLayoutId id="2147483699" r:id="rId9"/>
    <p:sldLayoutId id="2147483701" r:id="rId10"/>
    <p:sldLayoutId id="2147483700" r:id="rId11"/>
    <p:sldLayoutId id="2147483702" r:id="rId12"/>
    <p:sldLayoutId id="2147483665" r:id="rId13"/>
    <p:sldLayoutId id="2147483664" r:id="rId14"/>
    <p:sldLayoutId id="2147483713" r:id="rId15"/>
    <p:sldLayoutId id="2147483712" r:id="rId16"/>
    <p:sldLayoutId id="2147483714" r:id="rId17"/>
    <p:sldLayoutId id="2147483683" r:id="rId18"/>
    <p:sldLayoutId id="2147483688" r:id="rId19"/>
    <p:sldLayoutId id="2147483707" r:id="rId20"/>
    <p:sldLayoutId id="2147483708" r:id="rId21"/>
    <p:sldLayoutId id="2147483709" r:id="rId22"/>
    <p:sldLayoutId id="2147483715" r:id="rId23"/>
    <p:sldLayoutId id="2147483685" r:id="rId24"/>
    <p:sldLayoutId id="2147483728" r:id="rId25"/>
    <p:sldLayoutId id="2147483716" r:id="rId26"/>
    <p:sldLayoutId id="2147483686" r:id="rId27"/>
    <p:sldLayoutId id="2147483729" r:id="rId28"/>
    <p:sldLayoutId id="2147483717" r:id="rId29"/>
    <p:sldLayoutId id="2147483687" r:id="rId30"/>
    <p:sldLayoutId id="2147483730" r:id="rId31"/>
    <p:sldLayoutId id="2147483689" r:id="rId32"/>
    <p:sldLayoutId id="2147483727" r:id="rId33"/>
    <p:sldLayoutId id="2147483726" r:id="rId34"/>
    <p:sldLayoutId id="2147483731" r:id="rId35"/>
    <p:sldLayoutId id="2147483682" r:id="rId36"/>
    <p:sldLayoutId id="2147483666" r:id="rId37"/>
    <p:sldLayoutId id="2147483680" r:id="rId38"/>
    <p:sldLayoutId id="2147483679" r:id="rId39"/>
    <p:sldLayoutId id="2147483718" r:id="rId40"/>
    <p:sldLayoutId id="2147483719" r:id="rId41"/>
    <p:sldLayoutId id="2147483720" r:id="rId42"/>
    <p:sldLayoutId id="2147483721" r:id="rId43"/>
    <p:sldLayoutId id="2147483667" r:id="rId44"/>
    <p:sldLayoutId id="2147483722" r:id="rId45"/>
    <p:sldLayoutId id="2147483723" r:id="rId46"/>
    <p:sldLayoutId id="2147483724" r:id="rId47"/>
    <p:sldLayoutId id="2147483725" r:id="rId48"/>
    <p:sldLayoutId id="2147483668" r:id="rId49"/>
    <p:sldLayoutId id="2147483669" r:id="rId50"/>
    <p:sldLayoutId id="2147483670" r:id="rId51"/>
    <p:sldLayoutId id="2147483690" r:id="rId52"/>
    <p:sldLayoutId id="2147483692" r:id="rId53"/>
    <p:sldLayoutId id="2147483693" r:id="rId54"/>
    <p:sldLayoutId id="2147483703" r:id="rId55"/>
    <p:sldLayoutId id="2147483706" r:id="rId56"/>
    <p:sldLayoutId id="2147483671" r:id="rId57"/>
    <p:sldLayoutId id="2147483710" r:id="rId58"/>
    <p:sldLayoutId id="2147483711" r:id="rId59"/>
    <p:sldLayoutId id="2147483672" r:id="rId60"/>
    <p:sldLayoutId id="2147483676" r:id="rId61"/>
    <p:sldLayoutId id="2147483678" r:id="rId62"/>
    <p:sldLayoutId id="2147483691" r:id="rId6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13" Type="http://schemas.openxmlformats.org/officeDocument/2006/relationships/image" Target="../media/image30.jpe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12" Type="http://schemas.openxmlformats.org/officeDocument/2006/relationships/image" Target="../media/image29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jpeg"/><Relationship Id="rId11" Type="http://schemas.openxmlformats.org/officeDocument/2006/relationships/image" Target="../media/image28.jpeg"/><Relationship Id="rId5" Type="http://schemas.openxmlformats.org/officeDocument/2006/relationships/image" Target="../media/image22.jpeg"/><Relationship Id="rId15" Type="http://schemas.openxmlformats.org/officeDocument/2006/relationships/image" Target="../media/image32.jpeg"/><Relationship Id="rId10" Type="http://schemas.openxmlformats.org/officeDocument/2006/relationships/image" Target="../media/image27.jpeg"/><Relationship Id="rId4" Type="http://schemas.openxmlformats.org/officeDocument/2006/relationships/image" Target="../media/image21.jpeg"/><Relationship Id="rId9" Type="http://schemas.openxmlformats.org/officeDocument/2006/relationships/image" Target="../media/image26.jpeg"/><Relationship Id="rId14" Type="http://schemas.openxmlformats.org/officeDocument/2006/relationships/image" Target="../media/image3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9C9A3FEE-F962-257A-AD5B-27799EA760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Embedded Systems 2 – Efterår 2026</a:t>
            </a:r>
          </a:p>
        </p:txBody>
      </p:sp>
      <p:sp>
        <p:nvSpPr>
          <p:cNvPr id="3" name="Pladsholder til tekst 1">
            <a:extLst>
              <a:ext uri="{FF2B5EF4-FFF2-40B4-BE49-F238E27FC236}">
                <a16:creationId xmlns:a16="http://schemas.microsoft.com/office/drawing/2014/main" id="{96E0B5BD-2A34-0DC4-C2AD-08617C7F3A46}"/>
              </a:ext>
            </a:extLst>
          </p:cNvPr>
          <p:cNvSpPr txBox="1">
            <a:spLocks/>
          </p:cNvSpPr>
          <p:nvPr/>
        </p:nvSpPr>
        <p:spPr>
          <a:xfrm>
            <a:off x="716981" y="2328693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6000" b="1" dirty="0"/>
              <a:t>Batterier</a:t>
            </a:r>
          </a:p>
        </p:txBody>
      </p:sp>
    </p:spTree>
    <p:extLst>
      <p:ext uri="{BB962C8B-B14F-4D97-AF65-F5344CB8AC3E}">
        <p14:creationId xmlns:p14="http://schemas.microsoft.com/office/powerpoint/2010/main" val="229788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5D52EC-D73E-A223-BE54-B07850D1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Batterityper og anvendelse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663367D1-D04C-BF12-3203-91EC9B9C2B6B}"/>
              </a:ext>
            </a:extLst>
          </p:cNvPr>
          <p:cNvSpPr/>
          <p:nvPr/>
        </p:nvSpPr>
        <p:spPr>
          <a:xfrm>
            <a:off x="482830" y="1743957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Hvad skal vi lære om batterier ?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9B03EA12-71E6-7FF8-B3E5-20869401CB04}"/>
              </a:ext>
            </a:extLst>
          </p:cNvPr>
          <p:cNvSpPr/>
          <p:nvPr/>
        </p:nvSpPr>
        <p:spPr>
          <a:xfrm>
            <a:off x="368570" y="2576095"/>
            <a:ext cx="6864744" cy="3768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Forskellige batterityper og hvor de anvendes</a:t>
            </a:r>
          </a:p>
          <a:p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Lidt om kemien i batterierne</a:t>
            </a:r>
          </a:p>
          <a:p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Forstå fordele og ulemper for de forskellige batterier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Noget om spænding, strøm og ohms lov</a:t>
            </a:r>
          </a:p>
        </p:txBody>
      </p:sp>
      <p:pic>
        <p:nvPicPr>
          <p:cNvPr id="1026" name="Picture 2" descr="Model T definerede privatbilismen: Nu fylder den 110 år | Ingeniøren">
            <a:extLst>
              <a:ext uri="{FF2B5EF4-FFF2-40B4-BE49-F238E27FC236}">
                <a16:creationId xmlns:a16="http://schemas.microsoft.com/office/drawing/2014/main" id="{0FBFC091-DB2A-09F4-8C9C-8091234A3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248" y="2315001"/>
            <a:ext cx="3502997" cy="196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struktionsbog til Model Y">
            <a:extLst>
              <a:ext uri="{FF2B5EF4-FFF2-40B4-BE49-F238E27FC236}">
                <a16:creationId xmlns:a16="http://schemas.microsoft.com/office/drawing/2014/main" id="{8BDEBBC7-FC7E-9C2C-60FE-720305BA4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248" y="4404284"/>
            <a:ext cx="3617510" cy="213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8925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CD22C-0290-009E-F8A7-7E6D57E92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11DE82-9792-FF92-7AE8-994E5159D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Batterityper og anvendelse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51D1FD30-C7FB-658B-0D67-ED1548254C55}"/>
              </a:ext>
            </a:extLst>
          </p:cNvPr>
          <p:cNvSpPr/>
          <p:nvPr/>
        </p:nvSpPr>
        <p:spPr>
          <a:xfrm>
            <a:off x="419389" y="1245098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Hvad bruges batterierne herunder til?</a:t>
            </a:r>
          </a:p>
        </p:txBody>
      </p:sp>
      <p:pic>
        <p:nvPicPr>
          <p:cNvPr id="1026" name="Picture 2" descr="Fiamm Blybatteri FG20086 12V 0,8Ah :: batteri-butik.dk :: Hurtig levering">
            <a:extLst>
              <a:ext uri="{FF2B5EF4-FFF2-40B4-BE49-F238E27FC236}">
                <a16:creationId xmlns:a16="http://schemas.microsoft.com/office/drawing/2014/main" id="{ECEF72B3-3FBD-8011-C66A-B3A5719A6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77" y="4958818"/>
            <a:ext cx="1151890" cy="115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tteri 12V 105Ah - Bilbatteri - Stort udvalg i batterier til netop din bil  - thansen.dk">
            <a:extLst>
              <a:ext uri="{FF2B5EF4-FFF2-40B4-BE49-F238E27FC236}">
                <a16:creationId xmlns:a16="http://schemas.microsoft.com/office/drawing/2014/main" id="{F32E3628-A34D-A41D-D318-0709A9F6E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606" y="5342043"/>
            <a:ext cx="1931754" cy="1137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GM vs. gelbatteri til bobilen: Hvilket er det bedre valg? – LiTime-DE">
            <a:extLst>
              <a:ext uri="{FF2B5EF4-FFF2-40B4-BE49-F238E27FC236}">
                <a16:creationId xmlns:a16="http://schemas.microsoft.com/office/drawing/2014/main" id="{5B066CA9-0613-B569-9B3B-C0202342A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840" y="5113067"/>
            <a:ext cx="2602058" cy="146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AFT LS14250 3,6v 1/2 AA Lithium batteri">
            <a:extLst>
              <a:ext uri="{FF2B5EF4-FFF2-40B4-BE49-F238E27FC236}">
                <a16:creationId xmlns:a16="http://schemas.microsoft.com/office/drawing/2014/main" id="{C7B4637A-DC58-CBB0-7ED6-E95EAA62CB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50" t="30585" r="38872" b="33737"/>
          <a:stretch>
            <a:fillRect/>
          </a:stretch>
        </p:blipFill>
        <p:spPr bwMode="auto">
          <a:xfrm>
            <a:off x="8124183" y="4130100"/>
            <a:ext cx="739234" cy="1137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atteri, AAA, 1.5 V, 8 stk, Duracell Plus Power">
            <a:extLst>
              <a:ext uri="{FF2B5EF4-FFF2-40B4-BE49-F238E27FC236}">
                <a16:creationId xmlns:a16="http://schemas.microsoft.com/office/drawing/2014/main" id="{051AC678-2486-3B28-369E-3C7CAA8BC9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89" r="36592"/>
          <a:stretch>
            <a:fillRect/>
          </a:stretch>
        </p:blipFill>
        <p:spPr bwMode="auto">
          <a:xfrm>
            <a:off x="10374428" y="4715301"/>
            <a:ext cx="436536" cy="125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R2032 Knapcelle Batteri fra Energizer - LITHIUM, CR 2032">
            <a:extLst>
              <a:ext uri="{FF2B5EF4-FFF2-40B4-BE49-F238E27FC236}">
                <a16:creationId xmlns:a16="http://schemas.microsoft.com/office/drawing/2014/main" id="{9F0DF546-DFC9-3D1D-072C-0227B6ED5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5108" y="3155700"/>
            <a:ext cx="597303" cy="597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LR44 A76 Alkaline knapcelle batteri L1154 1,5V vinnic">
            <a:extLst>
              <a:ext uri="{FF2B5EF4-FFF2-40B4-BE49-F238E27FC236}">
                <a16:creationId xmlns:a16="http://schemas.microsoft.com/office/drawing/2014/main" id="{8F55995B-F7F2-1951-43A6-DAFE0D2A8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2" t="28560" r="33230" b="29583"/>
          <a:stretch>
            <a:fillRect/>
          </a:stretch>
        </p:blipFill>
        <p:spPr bwMode="auto">
          <a:xfrm>
            <a:off x="9564559" y="2329882"/>
            <a:ext cx="359493" cy="43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Varta Bli Longlife Power 9V batteri - POWER.dk">
            <a:extLst>
              <a:ext uri="{FF2B5EF4-FFF2-40B4-BE49-F238E27FC236}">
                <a16:creationId xmlns:a16="http://schemas.microsoft.com/office/drawing/2014/main" id="{84ED5082-04C7-775F-AC25-830517D51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016" y="2353567"/>
            <a:ext cx="1137882" cy="1137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BATTERI 2000 MAH LION 7.4 V 2S 20C TPLUG TIL RC-MODELLER | CDON">
            <a:extLst>
              <a:ext uri="{FF2B5EF4-FFF2-40B4-BE49-F238E27FC236}">
                <a16:creationId xmlns:a16="http://schemas.microsoft.com/office/drawing/2014/main" id="{E5EF42CF-C071-EEAD-4404-B221B7200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284" y="2045928"/>
            <a:ext cx="1481293" cy="112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BATTERI 18V 5,0 AH LI-LION - DW DCB184-XJ | CDON">
            <a:extLst>
              <a:ext uri="{FF2B5EF4-FFF2-40B4-BE49-F238E27FC236}">
                <a16:creationId xmlns:a16="http://schemas.microsoft.com/office/drawing/2014/main" id="{04298762-6CD6-229F-3C1A-B47F18041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14" y="3952859"/>
            <a:ext cx="1280411" cy="95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RS PRO Genopladeligt batteri, RS PRO, 3.7V, Litium-polymer Ja, Terminaler:  Trådtilledninger, 1.8Ah | RS">
            <a:extLst>
              <a:ext uri="{FF2B5EF4-FFF2-40B4-BE49-F238E27FC236}">
                <a16:creationId xmlns:a16="http://schemas.microsoft.com/office/drawing/2014/main" id="{4CDDCE60-C72D-0219-6C72-7565AB39B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571" y="3714768"/>
            <a:ext cx="1380801" cy="887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Traxxas - TRX2890x - 14,8V Lipo batteri med 6700 mAh, 25C i Softcase m – RC  Kongen">
            <a:extLst>
              <a:ext uri="{FF2B5EF4-FFF2-40B4-BE49-F238E27FC236}">
                <a16:creationId xmlns:a16="http://schemas.microsoft.com/office/drawing/2014/main" id="{78641BAD-9385-6404-A0C5-4C816CF3E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79" y="2096436"/>
            <a:ext cx="2401455" cy="171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Traxxas - TRX2926X - 8,4V Batteri NiMH, 3000mAh - Traxxas stik – RC Kongen">
            <a:extLst>
              <a:ext uri="{FF2B5EF4-FFF2-40B4-BE49-F238E27FC236}">
                <a16:creationId xmlns:a16="http://schemas.microsoft.com/office/drawing/2014/main" id="{11642EA2-37C0-3B55-9472-11FB2DD57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268" y="2969473"/>
            <a:ext cx="1579602" cy="113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A9094FBD-E785-B337-90F0-336317683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3555" y="3096943"/>
            <a:ext cx="714818" cy="71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30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FCE15-7E06-BD03-4596-50B3214A9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56ED5F8E-ED51-9BB7-C177-EDA27C7F9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Embedded Systems 2 – Efterår 2026</a:t>
            </a:r>
          </a:p>
        </p:txBody>
      </p:sp>
      <p:sp>
        <p:nvSpPr>
          <p:cNvPr id="3" name="Pladsholder til tekst 1">
            <a:extLst>
              <a:ext uri="{FF2B5EF4-FFF2-40B4-BE49-F238E27FC236}">
                <a16:creationId xmlns:a16="http://schemas.microsoft.com/office/drawing/2014/main" id="{40BF27AD-3386-EF8D-E31C-A8B24D8DF5E6}"/>
              </a:ext>
            </a:extLst>
          </p:cNvPr>
          <p:cNvSpPr txBox="1">
            <a:spLocks/>
          </p:cNvSpPr>
          <p:nvPr/>
        </p:nvSpPr>
        <p:spPr>
          <a:xfrm>
            <a:off x="716981" y="2328693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6000" b="1" dirty="0"/>
              <a:t>Anvendelse af batterier</a:t>
            </a:r>
          </a:p>
        </p:txBody>
      </p:sp>
    </p:spTree>
    <p:extLst>
      <p:ext uri="{BB962C8B-B14F-4D97-AF65-F5344CB8AC3E}">
        <p14:creationId xmlns:p14="http://schemas.microsoft.com/office/powerpoint/2010/main" val="1794391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E5F1B-DAEB-67A0-E8FF-8C0CF553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3F6AF-22D0-2886-A3D1-91A41E48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Batterityper og anvendelse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2F0876C-A25E-B613-4C79-84826CA3A61D}"/>
              </a:ext>
            </a:extLst>
          </p:cNvPr>
          <p:cNvSpPr/>
          <p:nvPr/>
        </p:nvSpPr>
        <p:spPr>
          <a:xfrm>
            <a:off x="419389" y="1245098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Hvad er formålet med at bruge batterier - </a:t>
            </a:r>
            <a:r>
              <a:rPr lang="da-DK" sz="2400" b="1" dirty="0">
                <a:solidFill>
                  <a:srgbClr val="FF0000"/>
                </a:solidFill>
              </a:rPr>
              <a:t>Bekvemmelighed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8B17CB3A-E52D-136F-36D6-7ECC2DECD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88" y="2257135"/>
            <a:ext cx="1419225" cy="1352550"/>
          </a:xfrm>
          <a:prstGeom prst="rect">
            <a:avLst/>
          </a:prstGeom>
        </p:spPr>
      </p:pic>
      <p:pic>
        <p:nvPicPr>
          <p:cNvPr id="6" name="Billede 5" descr="CapableX Vildtkamera med Wi-Fi, HD og natoptagelse">
            <a:extLst>
              <a:ext uri="{FF2B5EF4-FFF2-40B4-BE49-F238E27FC236}">
                <a16:creationId xmlns:a16="http://schemas.microsoft.com/office/drawing/2014/main" id="{1916352C-62E9-F4AA-7311-F089DD5C2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438" y="2538122"/>
            <a:ext cx="2143125" cy="2143125"/>
          </a:xfrm>
          <a:prstGeom prst="rect">
            <a:avLst/>
          </a:prstGeom>
        </p:spPr>
      </p:pic>
      <p:pic>
        <p:nvPicPr>
          <p:cNvPr id="8" name="Billede 7" descr="INF Multifunktionel Kraftig LED Lommelygte: Genopladelig, Bærbar med Lang Batterilevetid">
            <a:extLst>
              <a:ext uri="{FF2B5EF4-FFF2-40B4-BE49-F238E27FC236}">
                <a16:creationId xmlns:a16="http://schemas.microsoft.com/office/drawing/2014/main" id="{21EF05A9-E766-8C4B-50E2-0E1741259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9068" y="3697203"/>
            <a:ext cx="2133600" cy="2133600"/>
          </a:xfrm>
          <a:prstGeom prst="rect">
            <a:avLst/>
          </a:prstGeom>
        </p:spPr>
      </p:pic>
      <p:pic>
        <p:nvPicPr>
          <p:cNvPr id="10" name="Billede 9" descr="Makita Bore/Skruemaskine m/batterier 2 x 18 Volt/1,5 Ah">
            <a:extLst>
              <a:ext uri="{FF2B5EF4-FFF2-40B4-BE49-F238E27FC236}">
                <a16:creationId xmlns:a16="http://schemas.microsoft.com/office/drawing/2014/main" id="{F9BBA58E-7FF6-8CC7-94E8-72EAAC997F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6847" y="4183487"/>
            <a:ext cx="1885387" cy="188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90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7E7F-581A-4D8E-C761-76BB17DD3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6F67E9-714B-F41C-F8F7-DE91B2E7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Batterityper og anvendelse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5B9E768-A5FE-D754-26EF-238CE56CDA8E}"/>
              </a:ext>
            </a:extLst>
          </p:cNvPr>
          <p:cNvSpPr/>
          <p:nvPr/>
        </p:nvSpPr>
        <p:spPr>
          <a:xfrm>
            <a:off x="419389" y="1245098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Hvad er formålet med at bruge batterier - </a:t>
            </a:r>
            <a:r>
              <a:rPr lang="da-DK" sz="2400" b="1" dirty="0">
                <a:solidFill>
                  <a:srgbClr val="FF0000"/>
                </a:solidFill>
              </a:rPr>
              <a:t>Nødvendighed</a:t>
            </a:r>
          </a:p>
        </p:txBody>
      </p:sp>
      <p:pic>
        <p:nvPicPr>
          <p:cNvPr id="8" name="Picture 4" descr="Instruktionsbog til Model Y">
            <a:extLst>
              <a:ext uri="{FF2B5EF4-FFF2-40B4-BE49-F238E27FC236}">
                <a16:creationId xmlns:a16="http://schemas.microsoft.com/office/drawing/2014/main" id="{C0CB0BA3-B035-DAE0-EC0C-E1B6B482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762" y="4547789"/>
            <a:ext cx="2870632" cy="1690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8EF82CD9-6115-7F90-C955-940083E1D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194" y="2580196"/>
            <a:ext cx="8572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9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634FC-EA27-B1FC-953D-81358BFEC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BE9A22-F342-B718-56F9-8F53F1F10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Batterityper og anvendelse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98A28DE-5B53-B200-9A7E-B8EF0FFFE00C}"/>
              </a:ext>
            </a:extLst>
          </p:cNvPr>
          <p:cNvSpPr/>
          <p:nvPr/>
        </p:nvSpPr>
        <p:spPr>
          <a:xfrm>
            <a:off x="419389" y="1245098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Hvad er formålet med at bruge batterier – </a:t>
            </a:r>
            <a:r>
              <a:rPr lang="da-DK" sz="2400" b="1" dirty="0">
                <a:solidFill>
                  <a:srgbClr val="FF0000"/>
                </a:solidFill>
              </a:rPr>
              <a:t>Sikkerhed</a:t>
            </a:r>
            <a:r>
              <a:rPr lang="da-DK" sz="2400" b="1" dirty="0">
                <a:solidFill>
                  <a:schemeClr val="tx1"/>
                </a:solidFill>
              </a:rPr>
              <a:t> (UPS)</a:t>
            </a:r>
          </a:p>
        </p:txBody>
      </p:sp>
      <p:pic>
        <p:nvPicPr>
          <p:cNvPr id="3" name="Billede 2" descr="Tyverialarm - Niels Lodal EL-service ApS">
            <a:extLst>
              <a:ext uri="{FF2B5EF4-FFF2-40B4-BE49-F238E27FC236}">
                <a16:creationId xmlns:a16="http://schemas.microsoft.com/office/drawing/2014/main" id="{B2DEBC7A-B566-E8A7-39C3-FBE4F9C16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9" y="2833941"/>
            <a:ext cx="2268360" cy="3483969"/>
          </a:xfrm>
          <a:prstGeom prst="rect">
            <a:avLst/>
          </a:prstGeom>
        </p:spPr>
      </p:pic>
      <p:pic>
        <p:nvPicPr>
          <p:cNvPr id="4" name="Billede 3" descr="Telecommunication UPS System | Uninterruptible Power Supply | SCU">
            <a:extLst>
              <a:ext uri="{FF2B5EF4-FFF2-40B4-BE49-F238E27FC236}">
                <a16:creationId xmlns:a16="http://schemas.microsoft.com/office/drawing/2014/main" id="{9DFE31ED-7EF7-05D1-D154-B0E103A34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300" y="3216649"/>
            <a:ext cx="4355401" cy="3281351"/>
          </a:xfrm>
          <a:prstGeom prst="rect">
            <a:avLst/>
          </a:prstGeom>
        </p:spPr>
      </p:pic>
      <p:pic>
        <p:nvPicPr>
          <p:cNvPr id="6" name="Billede 5" descr="Datex Ohmeda Aisys CS2 Anesthesia Machine">
            <a:extLst>
              <a:ext uri="{FF2B5EF4-FFF2-40B4-BE49-F238E27FC236}">
                <a16:creationId xmlns:a16="http://schemas.microsoft.com/office/drawing/2014/main" id="{B2CB72A4-A310-BA78-CF9C-B1DEF10D8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698" y="2077156"/>
            <a:ext cx="2581711" cy="346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32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72C78-D048-B98D-55FE-16BB66775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5DCC3-D762-0CCE-E3A2-621EF8686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Batterityper og anvendelse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0C2BBC9-AFB9-9468-B3FD-E53B1869D985}"/>
              </a:ext>
            </a:extLst>
          </p:cNvPr>
          <p:cNvSpPr/>
          <p:nvPr/>
        </p:nvSpPr>
        <p:spPr>
          <a:xfrm>
            <a:off x="419389" y="1245098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Hvad er formålet med at bruge batterier – Lagring</a:t>
            </a:r>
          </a:p>
        </p:txBody>
      </p:sp>
      <p:pic>
        <p:nvPicPr>
          <p:cNvPr id="4" name="Billede 3" descr="Lagring af energi i batterier - Vattenfall">
            <a:extLst>
              <a:ext uri="{FF2B5EF4-FFF2-40B4-BE49-F238E27FC236}">
                <a16:creationId xmlns:a16="http://schemas.microsoft.com/office/drawing/2014/main" id="{CC69AFDE-E260-5B6B-2217-412F7F983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564" y="2327989"/>
            <a:ext cx="42576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88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C8E86-A55C-A764-C172-D8F6B8A7B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E16AECE0-76C8-4B9A-C977-5FB651551F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Embedded Systems 2 – Efterår 2026</a:t>
            </a:r>
          </a:p>
        </p:txBody>
      </p:sp>
      <p:sp>
        <p:nvSpPr>
          <p:cNvPr id="3" name="Pladsholder til tekst 1">
            <a:extLst>
              <a:ext uri="{FF2B5EF4-FFF2-40B4-BE49-F238E27FC236}">
                <a16:creationId xmlns:a16="http://schemas.microsoft.com/office/drawing/2014/main" id="{155B17AB-6EA6-97D1-C5A4-40FD96823876}"/>
              </a:ext>
            </a:extLst>
          </p:cNvPr>
          <p:cNvSpPr txBox="1">
            <a:spLocks/>
          </p:cNvSpPr>
          <p:nvPr/>
        </p:nvSpPr>
        <p:spPr>
          <a:xfrm>
            <a:off x="716981" y="2328693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6000" b="1" dirty="0"/>
              <a:t>Batteriegenskaber</a:t>
            </a:r>
          </a:p>
        </p:txBody>
      </p:sp>
    </p:spTree>
    <p:extLst>
      <p:ext uri="{BB962C8B-B14F-4D97-AF65-F5344CB8AC3E}">
        <p14:creationId xmlns:p14="http://schemas.microsoft.com/office/powerpoint/2010/main" val="2144717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6312C-8441-ADBA-1A92-EBB198EBF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1055D7-196E-494F-9217-EB8FD29C4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Batteriegenskaber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973F0EC-A82D-7887-7C1D-159AD925F26D}"/>
              </a:ext>
            </a:extLst>
          </p:cNvPr>
          <p:cNvSpPr/>
          <p:nvPr/>
        </p:nvSpPr>
        <p:spPr>
          <a:xfrm>
            <a:off x="482830" y="2057855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Spænding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F939BF3F-A74A-33F2-D351-960099BE4B35}"/>
              </a:ext>
            </a:extLst>
          </p:cNvPr>
          <p:cNvSpPr/>
          <p:nvPr/>
        </p:nvSpPr>
        <p:spPr>
          <a:xfrm>
            <a:off x="482830" y="2860397"/>
            <a:ext cx="10831163" cy="56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Hvad er spændingen typisk på batterier ?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Hvorfor kan det være nødvendigt med højere spænding, end et batteri kan give?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Hvordan kan vi få højere spænding fra en bestemt type?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177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BAAF5-6DC9-B7E7-E3A0-B489FEA35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6BB65-7637-9FCA-C3C3-2301C095B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Batteriegenskaber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4DBFAEC-82D3-7420-0049-B0A22E10782C}"/>
              </a:ext>
            </a:extLst>
          </p:cNvPr>
          <p:cNvSpPr/>
          <p:nvPr/>
        </p:nvSpPr>
        <p:spPr>
          <a:xfrm>
            <a:off x="482830" y="2057855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Strøm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0386724-4E8B-077C-57A9-999F2C36EF37}"/>
              </a:ext>
            </a:extLst>
          </p:cNvPr>
          <p:cNvSpPr/>
          <p:nvPr/>
        </p:nvSpPr>
        <p:spPr>
          <a:xfrm>
            <a:off x="482830" y="2860397"/>
            <a:ext cx="10831163" cy="56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I hvilke apparater er en høj strøm fra batteriet vigtig ?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… og hvornår er det ikke så vigtigt ?</a:t>
            </a:r>
          </a:p>
          <a:p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Hvilke batterityper er beregnet til at levere høj strøm ?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… og hvilke er ikke så gode til det ?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Hvordan kan vi få mere strøm fra en bestemt type?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20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ABB59-5C0F-4A58-8F52-B2E715F2B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9D7A46-ACAE-1FA6-05A9-B4948AEB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Batteriegenskaber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F6CD136-B1C8-F42E-4CD8-C8CE95528C24}"/>
              </a:ext>
            </a:extLst>
          </p:cNvPr>
          <p:cNvSpPr/>
          <p:nvPr/>
        </p:nvSpPr>
        <p:spPr>
          <a:xfrm>
            <a:off x="469182" y="1478748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Kobling af flere batterier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0C66704D-9BAF-5DE2-B6A8-165C6AFE4F1E}"/>
              </a:ext>
            </a:extLst>
          </p:cNvPr>
          <p:cNvSpPr/>
          <p:nvPr/>
        </p:nvSpPr>
        <p:spPr>
          <a:xfrm>
            <a:off x="1175982" y="2268111"/>
            <a:ext cx="3939348" cy="45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>
                <a:solidFill>
                  <a:schemeClr val="tx1"/>
                </a:solidFill>
              </a:rPr>
              <a:t>Parallel: Højere strøm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D6CFC239-D6AF-6DAF-6C04-4CE8F53FC20C}"/>
              </a:ext>
            </a:extLst>
          </p:cNvPr>
          <p:cNvSpPr/>
          <p:nvPr/>
        </p:nvSpPr>
        <p:spPr>
          <a:xfrm>
            <a:off x="6305573" y="2268111"/>
            <a:ext cx="4264618" cy="45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b="1" dirty="0">
                <a:solidFill>
                  <a:schemeClr val="tx1"/>
                </a:solidFill>
              </a:rPr>
              <a:t>Seriel: Højere spænding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CF5C183-D1C2-C389-7423-023B0BA2D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05" y="2845932"/>
            <a:ext cx="3860469" cy="374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35B89C0-CA6E-796C-3700-7B55442DC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672" y="2691192"/>
            <a:ext cx="3220163" cy="405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302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FA44-E22E-1369-C292-CED19A27D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0E4D22-F177-C666-5FBC-A5E0899F9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Batterityper og anvendelse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E6663D3-6948-0EC3-CD7A-49A84E25182F}"/>
              </a:ext>
            </a:extLst>
          </p:cNvPr>
          <p:cNvSpPr/>
          <p:nvPr/>
        </p:nvSpPr>
        <p:spPr>
          <a:xfrm>
            <a:off x="482830" y="1491472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Engangsbatterier             vs.                                   Genopladelige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4571803-B35C-F450-AC13-C4C23932D785}"/>
              </a:ext>
            </a:extLst>
          </p:cNvPr>
          <p:cNvSpPr/>
          <p:nvPr/>
        </p:nvSpPr>
        <p:spPr>
          <a:xfrm>
            <a:off x="482830" y="2152195"/>
            <a:ext cx="5071809" cy="4176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b="1" dirty="0">
                <a:solidFill>
                  <a:schemeClr val="tx1"/>
                </a:solidFill>
              </a:rPr>
              <a:t>Fordele: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Høje/Lave temperatur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Lav selvafladning</a:t>
            </a:r>
          </a:p>
          <a:p>
            <a:endParaRPr lang="da-DK" sz="2400" dirty="0">
              <a:solidFill>
                <a:schemeClr val="tx1"/>
              </a:solidFill>
            </a:endParaRPr>
          </a:p>
          <a:p>
            <a:r>
              <a:rPr lang="da-DK" sz="2400" b="1" dirty="0">
                <a:solidFill>
                  <a:schemeClr val="tx1"/>
                </a:solidFill>
              </a:rPr>
              <a:t>Ulemper:</a:t>
            </a:r>
          </a:p>
          <a:p>
            <a:r>
              <a:rPr lang="da-DK" sz="2400" dirty="0">
                <a:solidFill>
                  <a:schemeClr val="tx1"/>
                </a:solidFill>
              </a:rPr>
              <a:t>- Lavere strøm / Stor indre modstand</a:t>
            </a:r>
          </a:p>
          <a:p>
            <a:endParaRPr lang="da-DK" sz="2400" dirty="0">
              <a:solidFill>
                <a:schemeClr val="tx1"/>
              </a:solidFill>
            </a:endParaRP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277998A2-C086-5D02-FCD7-C06077D5AC9D}"/>
              </a:ext>
            </a:extLst>
          </p:cNvPr>
          <p:cNvSpPr/>
          <p:nvPr/>
        </p:nvSpPr>
        <p:spPr>
          <a:xfrm>
            <a:off x="5985152" y="2148044"/>
            <a:ext cx="5328841" cy="4176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b="1" dirty="0">
                <a:solidFill>
                  <a:schemeClr val="tx1"/>
                </a:solidFill>
              </a:rPr>
              <a:t>Fordele: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Høj strøm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Høj kapacitet ift. størrelse</a:t>
            </a:r>
          </a:p>
          <a:p>
            <a:endParaRPr lang="da-DK" sz="2400" dirty="0">
              <a:solidFill>
                <a:schemeClr val="tx1"/>
              </a:solidFill>
            </a:endParaRPr>
          </a:p>
          <a:p>
            <a:r>
              <a:rPr lang="da-DK" sz="2400" b="1" dirty="0">
                <a:solidFill>
                  <a:schemeClr val="tx1"/>
                </a:solidFill>
              </a:rPr>
              <a:t>Ulemper: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Meget følsom for temperaturer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Høj selvafladning </a:t>
            </a:r>
          </a:p>
        </p:txBody>
      </p:sp>
    </p:spTree>
    <p:extLst>
      <p:ext uri="{BB962C8B-B14F-4D97-AF65-F5344CB8AC3E}">
        <p14:creationId xmlns:p14="http://schemas.microsoft.com/office/powerpoint/2010/main" val="2122862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7DBE-A322-1A16-D0F8-7A20FF35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3BCB2A-12BE-61A1-10B3-B34C8BB7A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Batteriegenskaber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C3F734F-6688-8FB0-D446-8812E239894B}"/>
              </a:ext>
            </a:extLst>
          </p:cNvPr>
          <p:cNvSpPr/>
          <p:nvPr/>
        </p:nvSpPr>
        <p:spPr>
          <a:xfrm>
            <a:off x="482830" y="2057855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Kapacitet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87C5E80-908C-D41A-7266-4E4041C3FA64}"/>
              </a:ext>
            </a:extLst>
          </p:cNvPr>
          <p:cNvSpPr/>
          <p:nvPr/>
        </p:nvSpPr>
        <p:spPr>
          <a:xfrm>
            <a:off x="482830" y="2860397"/>
            <a:ext cx="10831163" cy="2885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Kapaciteten fortæller os i hvor lang </a:t>
            </a:r>
            <a:r>
              <a:rPr lang="da-DK" sz="2400" dirty="0">
                <a:solidFill>
                  <a:srgbClr val="FF0000"/>
                </a:solidFill>
              </a:rPr>
              <a:t>tid</a:t>
            </a:r>
            <a:r>
              <a:rPr lang="da-DK" sz="2400" dirty="0">
                <a:solidFill>
                  <a:schemeClr val="tx1"/>
                </a:solidFill>
              </a:rPr>
              <a:t> batteriet kan levere energi.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Kapacitet opgives oftest i Ah eller </a:t>
            </a:r>
            <a:r>
              <a:rPr lang="da-DK" sz="2400" dirty="0" err="1">
                <a:solidFill>
                  <a:schemeClr val="tx1"/>
                </a:solidFill>
              </a:rPr>
              <a:t>Wh</a:t>
            </a:r>
            <a:r>
              <a:rPr lang="da-DK" sz="2400" dirty="0">
                <a:solidFill>
                  <a:schemeClr val="tx1"/>
                </a:solidFill>
              </a:rPr>
              <a:t>.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Hvad er forskellen?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361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20788-20EE-D32C-199B-B7188D207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BF82A1-A0CB-733D-CFC4-C24A2D00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Batteriegenskaber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A395910-B3F3-27F7-39F6-84B0C77059F4}"/>
              </a:ext>
            </a:extLst>
          </p:cNvPr>
          <p:cNvSpPr/>
          <p:nvPr/>
        </p:nvSpPr>
        <p:spPr>
          <a:xfrm>
            <a:off x="482830" y="2057855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Hvad er elektroner egentlig </a:t>
            </a:r>
            <a:r>
              <a:rPr lang="da-DK" sz="2400" b="1">
                <a:solidFill>
                  <a:schemeClr val="tx1"/>
                </a:solidFill>
              </a:rPr>
              <a:t>for nogle?</a:t>
            </a:r>
            <a:endParaRPr lang="da-DK" sz="2400" b="1" dirty="0">
              <a:solidFill>
                <a:schemeClr val="tx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FD3565CF-D49A-A4FC-8AED-45B106174FD0}"/>
              </a:ext>
            </a:extLst>
          </p:cNvPr>
          <p:cNvSpPr/>
          <p:nvPr/>
        </p:nvSpPr>
        <p:spPr>
          <a:xfrm>
            <a:off x="482830" y="2860397"/>
            <a:ext cx="10831163" cy="2885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Strøm ?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Spænding ?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Modstand ?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Effekt ?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Kapacitet ?</a:t>
            </a:r>
          </a:p>
          <a:p>
            <a:endParaRPr lang="da-DK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356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7B17-AC92-E787-57C4-ADA0155CA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3710B155-C0E6-D00A-893E-1A031604C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Embedded Systems 2 – Efterår 2026</a:t>
            </a:r>
          </a:p>
        </p:txBody>
      </p:sp>
      <p:sp>
        <p:nvSpPr>
          <p:cNvPr id="3" name="Pladsholder til tekst 1">
            <a:extLst>
              <a:ext uri="{FF2B5EF4-FFF2-40B4-BE49-F238E27FC236}">
                <a16:creationId xmlns:a16="http://schemas.microsoft.com/office/drawing/2014/main" id="{012432D0-11AF-EE1A-6985-59ECDD5A66CA}"/>
              </a:ext>
            </a:extLst>
          </p:cNvPr>
          <p:cNvSpPr txBox="1">
            <a:spLocks/>
          </p:cNvSpPr>
          <p:nvPr/>
        </p:nvSpPr>
        <p:spPr>
          <a:xfrm>
            <a:off x="716981" y="2328693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6000" b="1" dirty="0"/>
              <a:t>Batterier</a:t>
            </a:r>
          </a:p>
          <a:p>
            <a:r>
              <a:rPr lang="da-DK" sz="3600" dirty="0"/>
              <a:t>Levende organismer</a:t>
            </a:r>
          </a:p>
        </p:txBody>
      </p:sp>
    </p:spTree>
    <p:extLst>
      <p:ext uri="{BB962C8B-B14F-4D97-AF65-F5344CB8AC3E}">
        <p14:creationId xmlns:p14="http://schemas.microsoft.com/office/powerpoint/2010/main" val="1721599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95B2B-ED56-80EA-F9B9-A802E0FA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925E26-777B-11DB-344C-D6066232D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Batterier er levende organismer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AD4DB64F-32C2-9561-0607-04271F6314E5}"/>
              </a:ext>
            </a:extLst>
          </p:cNvPr>
          <p:cNvSpPr/>
          <p:nvPr/>
        </p:nvSpPr>
        <p:spPr>
          <a:xfrm>
            <a:off x="523773" y="1212850"/>
            <a:ext cx="5572227" cy="4614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b="1" dirty="0">
                <a:solidFill>
                  <a:schemeClr val="tx1"/>
                </a:solidFill>
              </a:rPr>
              <a:t>Batterier er forskellige: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Stærke i kort tid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Udholdende i lang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Både stærke og udholdende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Små og stærke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Store og svage</a:t>
            </a:r>
          </a:p>
          <a:p>
            <a:pPr marL="800100" lvl="1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r>
              <a:rPr lang="da-DK" sz="2400" b="1" dirty="0">
                <a:solidFill>
                  <a:schemeClr val="tx1"/>
                </a:solidFill>
              </a:rPr>
              <a:t>Batterier bliver også gamle: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Temperatur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Alder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Vedligehold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Brug og misbrug</a:t>
            </a:r>
          </a:p>
          <a:p>
            <a:pPr marL="800100" lvl="1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endParaRPr lang="da-DK" sz="2400" dirty="0">
              <a:solidFill>
                <a:schemeClr val="tx1"/>
              </a:solidFill>
            </a:endParaRPr>
          </a:p>
          <a:p>
            <a:pPr marL="800100" lvl="1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0AD453DF-5CA6-12D1-8357-C1FA604064FD}"/>
              </a:ext>
            </a:extLst>
          </p:cNvPr>
          <p:cNvSpPr/>
          <p:nvPr/>
        </p:nvSpPr>
        <p:spPr>
          <a:xfrm>
            <a:off x="6259773" y="1212849"/>
            <a:ext cx="5572227" cy="4614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b="1" dirty="0">
                <a:solidFill>
                  <a:schemeClr val="tx1"/>
                </a:solidFill>
              </a:rPr>
              <a:t>Batterier kan ikke lide at fryse, eller svede:</a:t>
            </a:r>
          </a:p>
          <a:p>
            <a:r>
              <a:rPr lang="da-DK" sz="2400" dirty="0">
                <a:solidFill>
                  <a:schemeClr val="tx1"/>
                </a:solidFill>
              </a:rPr>
              <a:t>- Batterier kan også få ”frosne fingre”</a:t>
            </a:r>
          </a:p>
          <a:p>
            <a:endParaRPr lang="da-DK" sz="2400" dirty="0">
              <a:solidFill>
                <a:schemeClr val="tx1"/>
              </a:solidFill>
            </a:endParaRPr>
          </a:p>
          <a:p>
            <a:r>
              <a:rPr lang="da-DK" sz="2400" dirty="0">
                <a:solidFill>
                  <a:schemeClr val="tx1"/>
                </a:solidFill>
              </a:rPr>
              <a:t>- Batterier kan blive overophedede i varmen.</a:t>
            </a:r>
          </a:p>
          <a:p>
            <a:pPr marL="800100" lvl="1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702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BBB37-5F7D-D6E2-1C91-39DD6262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7B35D4-CB7D-5A70-4895-8787ACC96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Batterier er levende organismer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D111A59-8DAD-6CBE-992A-887DCDA2AAA5}"/>
              </a:ext>
            </a:extLst>
          </p:cNvPr>
          <p:cNvSpPr/>
          <p:nvPr/>
        </p:nvSpPr>
        <p:spPr>
          <a:xfrm>
            <a:off x="523773" y="1673040"/>
            <a:ext cx="8319975" cy="4154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Spændingen varierer med belastningen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Spændingen falder når det er ved at være afladt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Kapaciteten falder over tid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Opladelige batterier kan ikke lide at være helt opladt, eller meget afladt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Batterier har det bedst ved ~20 grader Celsius</a:t>
            </a:r>
          </a:p>
          <a:p>
            <a:endParaRPr lang="da-DK" sz="2400" dirty="0">
              <a:solidFill>
                <a:schemeClr val="tx1"/>
              </a:solidFill>
            </a:endParaRPr>
          </a:p>
          <a:p>
            <a:r>
              <a:rPr lang="da-DK" sz="2400" dirty="0">
                <a:solidFill>
                  <a:schemeClr val="tx1"/>
                </a:solidFill>
              </a:rPr>
              <a:t>Med andre ord: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Batterier skal behandles ordentligt -&gt; Man skal kende batteriets temperament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Batterier bliver gamle, og ændrer adfærd</a:t>
            </a:r>
          </a:p>
          <a:p>
            <a:endParaRPr lang="da-DK" sz="2400" dirty="0">
              <a:solidFill>
                <a:schemeClr val="tx1"/>
              </a:solidFill>
            </a:endParaRPr>
          </a:p>
          <a:p>
            <a:pPr marL="800100" lvl="1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015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8AA3D-E653-EE9C-C44B-564901C08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5FB9B-0590-531C-A1C5-E884A9CA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Batterier er levende organismer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4D8CF6FB-0D4A-ADD6-E24E-B4E9DF8286D0}"/>
              </a:ext>
            </a:extLst>
          </p:cNvPr>
          <p:cNvSpPr/>
          <p:nvPr/>
        </p:nvSpPr>
        <p:spPr>
          <a:xfrm>
            <a:off x="523773" y="1673040"/>
            <a:ext cx="8319975" cy="4154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dirty="0">
                <a:solidFill>
                  <a:schemeClr val="tx1"/>
                </a:solidFill>
              </a:rPr>
              <a:t>Behov for at styre spændingen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Hvorfor?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Hvordan?</a:t>
            </a:r>
          </a:p>
          <a:p>
            <a:pPr marL="800100" lvl="1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87659E-597B-422C-4DF3-49794132A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916" y="3622375"/>
            <a:ext cx="6615384" cy="245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8" descr="Traxxas - TRX2890x - 14,8V Lipo batteri med 6700 mAh, 25C i Softcase m – RC  Kongen">
            <a:extLst>
              <a:ext uri="{FF2B5EF4-FFF2-40B4-BE49-F238E27FC236}">
                <a16:creationId xmlns:a16="http://schemas.microsoft.com/office/drawing/2014/main" id="{6BF635DC-923E-D992-8142-C588F467B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78" y="4448320"/>
            <a:ext cx="1289049" cy="92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7805 Voltage Regulator Price Jsumo | JSumo">
            <a:extLst>
              <a:ext uri="{FF2B5EF4-FFF2-40B4-BE49-F238E27FC236}">
                <a16:creationId xmlns:a16="http://schemas.microsoft.com/office/drawing/2014/main" id="{0D7B700E-C951-79BF-3554-06DA3FF640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8" t="20666" r="51896" b="32500"/>
          <a:stretch>
            <a:fillRect/>
          </a:stretch>
        </p:blipFill>
        <p:spPr bwMode="auto">
          <a:xfrm>
            <a:off x="4454685" y="2639534"/>
            <a:ext cx="458149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Raspberry Pi® Pico W Mikrocontroller RP-PICO-W købe">
            <a:extLst>
              <a:ext uri="{FF2B5EF4-FFF2-40B4-BE49-F238E27FC236}">
                <a16:creationId xmlns:a16="http://schemas.microsoft.com/office/drawing/2014/main" id="{0E161B54-E118-6EAD-5661-3868F1E8CD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67" r="30030"/>
          <a:stretch>
            <a:fillRect/>
          </a:stretch>
        </p:blipFill>
        <p:spPr bwMode="auto">
          <a:xfrm>
            <a:off x="9023448" y="3230084"/>
            <a:ext cx="885177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086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26AC0-510B-8558-5046-8AB6FD73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23A81EA4-F28D-191E-C699-D6ED46D60F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Embedded Systems 2 – Efterår 2026</a:t>
            </a:r>
          </a:p>
        </p:txBody>
      </p:sp>
      <p:sp>
        <p:nvSpPr>
          <p:cNvPr id="3" name="Pladsholder til tekst 1">
            <a:extLst>
              <a:ext uri="{FF2B5EF4-FFF2-40B4-BE49-F238E27FC236}">
                <a16:creationId xmlns:a16="http://schemas.microsoft.com/office/drawing/2014/main" id="{B6C2DB50-DFDA-6B6C-696C-4A154CF92475}"/>
              </a:ext>
            </a:extLst>
          </p:cNvPr>
          <p:cNvSpPr txBox="1">
            <a:spLocks/>
          </p:cNvSpPr>
          <p:nvPr/>
        </p:nvSpPr>
        <p:spPr>
          <a:xfrm>
            <a:off x="716981" y="2328693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6000" b="1" dirty="0"/>
              <a:t>Øvelse</a:t>
            </a:r>
          </a:p>
          <a:p>
            <a:r>
              <a:rPr lang="da-DK" sz="3600" dirty="0"/>
              <a:t>Målinger på forskellige batterier</a:t>
            </a:r>
          </a:p>
        </p:txBody>
      </p:sp>
    </p:spTree>
    <p:extLst>
      <p:ext uri="{BB962C8B-B14F-4D97-AF65-F5344CB8AC3E}">
        <p14:creationId xmlns:p14="http://schemas.microsoft.com/office/powerpoint/2010/main" val="402853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3670C-BB11-3F42-7E18-8A30F61B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671733-846E-DE8F-9A76-459A9F37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Øvelse : Batteri data og måling på batterier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5289E3E7-8462-72D9-B018-F71A89CE23A5}"/>
              </a:ext>
            </a:extLst>
          </p:cNvPr>
          <p:cNvSpPr/>
          <p:nvPr/>
        </p:nvSpPr>
        <p:spPr>
          <a:xfrm>
            <a:off x="482830" y="2057855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Øvelsen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7D6CBF6C-0485-DD53-A399-5C1289FD8055}"/>
              </a:ext>
            </a:extLst>
          </p:cNvPr>
          <p:cNvSpPr/>
          <p:nvPr/>
        </p:nvSpPr>
        <p:spPr>
          <a:xfrm>
            <a:off x="482830" y="2860396"/>
            <a:ext cx="8319975" cy="3526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dirty="0">
                <a:solidFill>
                  <a:schemeClr val="tx1"/>
                </a:solidFill>
              </a:rPr>
              <a:t>Hent ” Batteri øvelse - Skema.xlsx” fra </a:t>
            </a:r>
            <a:r>
              <a:rPr lang="da-DK" sz="2400" dirty="0" err="1">
                <a:solidFill>
                  <a:schemeClr val="tx1"/>
                </a:solidFill>
              </a:rPr>
              <a:t>Canvas</a:t>
            </a:r>
            <a:endParaRPr lang="da-DK" sz="2400" dirty="0">
              <a:solidFill>
                <a:schemeClr val="tx1"/>
              </a:solidFill>
            </a:endParaRPr>
          </a:p>
          <a:p>
            <a:endParaRPr lang="da-DK" sz="2400" dirty="0">
              <a:solidFill>
                <a:schemeClr val="tx1"/>
              </a:solidFill>
            </a:endParaRPr>
          </a:p>
          <a:p>
            <a:r>
              <a:rPr lang="da-DK" sz="2400" dirty="0">
                <a:solidFill>
                  <a:schemeClr val="tx1"/>
                </a:solidFill>
              </a:rPr>
              <a:t>I får udleveret 3 forskellige typer batterier:</a:t>
            </a:r>
          </a:p>
          <a:p>
            <a:pPr marL="342900" indent="-342900">
              <a:buFontTx/>
              <a:buChar char="-"/>
            </a:pPr>
            <a:r>
              <a:rPr lang="da-DK" sz="2400" dirty="0" err="1">
                <a:solidFill>
                  <a:schemeClr val="tx1"/>
                </a:solidFill>
              </a:rPr>
              <a:t>Lithium</a:t>
            </a:r>
            <a:r>
              <a:rPr lang="da-DK" sz="2400" dirty="0">
                <a:solidFill>
                  <a:schemeClr val="tx1"/>
                </a:solidFill>
              </a:rPr>
              <a:t> knapcelle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AA </a:t>
            </a:r>
            <a:r>
              <a:rPr lang="da-DK" sz="2400" dirty="0" err="1">
                <a:solidFill>
                  <a:schemeClr val="tx1"/>
                </a:solidFill>
              </a:rPr>
              <a:t>alkaline</a:t>
            </a:r>
            <a:r>
              <a:rPr lang="da-DK" sz="2400" dirty="0">
                <a:solidFill>
                  <a:schemeClr val="tx1"/>
                </a:solidFill>
              </a:rPr>
              <a:t> batterier (4 stk.)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Li-Ion celle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r>
              <a:rPr lang="da-DK" sz="2400" dirty="0">
                <a:solidFill>
                  <a:schemeClr val="tx1"/>
                </a:solidFill>
              </a:rPr>
              <a:t>I skal nu finde data og udføre en række beregninger og målinger med multimeter på disse batterier.</a:t>
            </a:r>
          </a:p>
          <a:p>
            <a:endParaRPr lang="da-DK" sz="2400" dirty="0">
              <a:solidFill>
                <a:schemeClr val="tx1"/>
              </a:solidFill>
            </a:endParaRPr>
          </a:p>
          <a:p>
            <a:endParaRPr lang="da-DK" sz="2400" dirty="0">
              <a:solidFill>
                <a:schemeClr val="tx1"/>
              </a:solidFill>
            </a:endParaRPr>
          </a:p>
          <a:p>
            <a:endParaRPr lang="da-DK" sz="2400" dirty="0">
              <a:solidFill>
                <a:schemeClr val="tx1"/>
              </a:solidFill>
            </a:endParaRPr>
          </a:p>
        </p:txBody>
      </p:sp>
      <p:pic>
        <p:nvPicPr>
          <p:cNvPr id="2050" name="Picture 2" descr="Fluke 113 Digital Multimeter | Fluke">
            <a:extLst>
              <a:ext uri="{FF2B5EF4-FFF2-40B4-BE49-F238E27FC236}">
                <a16:creationId xmlns:a16="http://schemas.microsoft.com/office/drawing/2014/main" id="{2D1252CC-AF0B-26A6-54C2-F1EBF02C63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77" r="30287"/>
          <a:stretch>
            <a:fillRect/>
          </a:stretch>
        </p:blipFill>
        <p:spPr bwMode="auto">
          <a:xfrm>
            <a:off x="9307773" y="2860397"/>
            <a:ext cx="996286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04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760D3-001F-C23A-7CCB-F86C1696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513716-1723-C518-99DE-284E68EB6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Øvelse : Batteri data og måling på batterier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20DFEC5-C9BD-425D-6D02-756F01C9AF2C}"/>
              </a:ext>
            </a:extLst>
          </p:cNvPr>
          <p:cNvSpPr/>
          <p:nvPr/>
        </p:nvSpPr>
        <p:spPr>
          <a:xfrm>
            <a:off x="482830" y="2057855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Øvelsen består af 3 opgaver: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8FF2AB4-363E-A2C1-CF45-739D1DC18581}"/>
              </a:ext>
            </a:extLst>
          </p:cNvPr>
          <p:cNvSpPr/>
          <p:nvPr/>
        </p:nvSpPr>
        <p:spPr>
          <a:xfrm>
            <a:off x="482830" y="2860397"/>
            <a:ext cx="8319975" cy="2550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Tx/>
              <a:buChar char="-"/>
            </a:pPr>
            <a:r>
              <a:rPr lang="da-DK" sz="2400" b="1" dirty="0">
                <a:solidFill>
                  <a:schemeClr val="tx1"/>
                </a:solidFill>
              </a:rPr>
              <a:t>Find data : </a:t>
            </a:r>
            <a:r>
              <a:rPr lang="da-DK" sz="2400" dirty="0">
                <a:solidFill>
                  <a:schemeClr val="tx1"/>
                </a:solidFill>
              </a:rPr>
              <a:t>Google eller kig på batteriet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b="1" dirty="0">
                <a:solidFill>
                  <a:schemeClr val="tx1"/>
                </a:solidFill>
              </a:rPr>
              <a:t>Beregn: </a:t>
            </a:r>
            <a:r>
              <a:rPr lang="da-DK" sz="2400" dirty="0">
                <a:solidFill>
                  <a:schemeClr val="tx1"/>
                </a:solidFill>
              </a:rPr>
              <a:t>Strømmen igennem hver modstand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b="1" dirty="0">
                <a:solidFill>
                  <a:schemeClr val="tx1"/>
                </a:solidFill>
              </a:rPr>
              <a:t>Mål</a:t>
            </a:r>
            <a:r>
              <a:rPr lang="da-DK" sz="2400" dirty="0">
                <a:solidFill>
                  <a:schemeClr val="tx1"/>
                </a:solidFill>
              </a:rPr>
              <a:t> Spænding og strøm for hver modstand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endParaRPr lang="da-DK" sz="2400" dirty="0">
              <a:solidFill>
                <a:schemeClr val="tx1"/>
              </a:solidFill>
            </a:endParaRPr>
          </a:p>
          <a:p>
            <a:r>
              <a:rPr lang="da-DK" sz="2400" dirty="0">
                <a:solidFill>
                  <a:schemeClr val="tx1"/>
                </a:solidFill>
              </a:rPr>
              <a:t>Udfyld skemaet fra </a:t>
            </a:r>
            <a:r>
              <a:rPr lang="da-DK" sz="2400" dirty="0" err="1">
                <a:solidFill>
                  <a:schemeClr val="tx1"/>
                </a:solidFill>
              </a:rPr>
              <a:t>Canvas</a:t>
            </a:r>
            <a:r>
              <a:rPr lang="da-DK" sz="2400" dirty="0">
                <a:solidFill>
                  <a:schemeClr val="tx1"/>
                </a:solidFill>
              </a:rPr>
              <a:t>:</a:t>
            </a:r>
          </a:p>
          <a:p>
            <a:r>
              <a:rPr lang="da-DK" sz="2400" b="1" dirty="0">
                <a:solidFill>
                  <a:schemeClr val="tx1"/>
                </a:solidFill>
              </a:rPr>
              <a:t>”Batteri øvelse - Skema.xlsx”</a:t>
            </a:r>
            <a:r>
              <a:rPr lang="da-DK" sz="2400" dirty="0">
                <a:solidFill>
                  <a:schemeClr val="tx1"/>
                </a:solidFill>
              </a:rPr>
              <a:t> 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</p:txBody>
      </p:sp>
      <p:pic>
        <p:nvPicPr>
          <p:cNvPr id="2050" name="Picture 2" descr="Fluke 113 Digital Multimeter | Fluke">
            <a:extLst>
              <a:ext uri="{FF2B5EF4-FFF2-40B4-BE49-F238E27FC236}">
                <a16:creationId xmlns:a16="http://schemas.microsoft.com/office/drawing/2014/main" id="{1ED15D08-40FC-9600-F351-4293E5A7F0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77" r="30287"/>
          <a:stretch>
            <a:fillRect/>
          </a:stretch>
        </p:blipFill>
        <p:spPr bwMode="auto">
          <a:xfrm>
            <a:off x="9307773" y="2860397"/>
            <a:ext cx="996286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24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5CE6B-547B-C385-0085-8022BD4CC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E66FE9-99AD-D784-DD40-41C95591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Øvelse : Mål på batterier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4F34F6D-7C3F-722B-6AE8-F275D430BE51}"/>
              </a:ext>
            </a:extLst>
          </p:cNvPr>
          <p:cNvSpPr/>
          <p:nvPr/>
        </p:nvSpPr>
        <p:spPr>
          <a:xfrm>
            <a:off x="482830" y="2057855"/>
            <a:ext cx="10831163" cy="45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400" b="1" dirty="0">
                <a:solidFill>
                  <a:schemeClr val="tx1"/>
                </a:solidFill>
              </a:rPr>
              <a:t>Diskuter resultater: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380F2C25-B081-89B0-6432-FDD191D523F7}"/>
              </a:ext>
            </a:extLst>
          </p:cNvPr>
          <p:cNvSpPr/>
          <p:nvPr/>
        </p:nvSpPr>
        <p:spPr>
          <a:xfrm>
            <a:off x="482830" y="2860397"/>
            <a:ext cx="8319975" cy="2550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Hvad sker der med spændingen ?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Hvad sker der med strømmen ?</a:t>
            </a:r>
          </a:p>
        </p:txBody>
      </p:sp>
    </p:spTree>
    <p:extLst>
      <p:ext uri="{BB962C8B-B14F-4D97-AF65-F5344CB8AC3E}">
        <p14:creationId xmlns:p14="http://schemas.microsoft.com/office/powerpoint/2010/main" val="929092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EAD4-977F-E2F7-F41F-4BA40C65A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60B2E362-9345-E0A5-97AF-1E6ED98737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Embedded Systems 2 – Efterår 2026</a:t>
            </a:r>
          </a:p>
        </p:txBody>
      </p:sp>
      <p:sp>
        <p:nvSpPr>
          <p:cNvPr id="3" name="Pladsholder til tekst 1">
            <a:extLst>
              <a:ext uri="{FF2B5EF4-FFF2-40B4-BE49-F238E27FC236}">
                <a16:creationId xmlns:a16="http://schemas.microsoft.com/office/drawing/2014/main" id="{145F961D-2B17-8637-CE22-794D8CAAF27F}"/>
              </a:ext>
            </a:extLst>
          </p:cNvPr>
          <p:cNvSpPr txBox="1">
            <a:spLocks/>
          </p:cNvSpPr>
          <p:nvPr/>
        </p:nvSpPr>
        <p:spPr>
          <a:xfrm>
            <a:off x="716981" y="2328693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6000" b="1" dirty="0"/>
              <a:t>Sikringer</a:t>
            </a:r>
          </a:p>
          <a:p>
            <a:r>
              <a:rPr lang="da-DK" sz="2800" dirty="0"/>
              <a:t>Hvorfor og hvornår skal vi bruge en sikring?</a:t>
            </a:r>
          </a:p>
        </p:txBody>
      </p:sp>
    </p:spTree>
    <p:extLst>
      <p:ext uri="{BB962C8B-B14F-4D97-AF65-F5344CB8AC3E}">
        <p14:creationId xmlns:p14="http://schemas.microsoft.com/office/powerpoint/2010/main" val="2375452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E8988-0F73-37AC-59A1-B997CE0C9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ADF99-4667-837A-17FA-DA3350D1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Sikringer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9433854A-DF4E-CBD9-CDFB-C54748105C6D}"/>
              </a:ext>
            </a:extLst>
          </p:cNvPr>
          <p:cNvSpPr/>
          <p:nvPr/>
        </p:nvSpPr>
        <p:spPr>
          <a:xfrm>
            <a:off x="360000" y="1280749"/>
            <a:ext cx="5398626" cy="2530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b="1" dirty="0">
                <a:solidFill>
                  <a:schemeClr val="tx1"/>
                </a:solidFill>
              </a:rPr>
              <a:t>Hvorfor bør vi bruge en sikring?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Sikre batteri/strømforsyning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Sikre elektronikken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Brandfare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Personskade</a:t>
            </a:r>
          </a:p>
        </p:txBody>
      </p:sp>
    </p:spTree>
    <p:extLst>
      <p:ext uri="{BB962C8B-B14F-4D97-AF65-F5344CB8AC3E}">
        <p14:creationId xmlns:p14="http://schemas.microsoft.com/office/powerpoint/2010/main" val="2001203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CDF8-A26E-98D2-1AE8-99BA163F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866E5-F3AC-8DED-F29A-A5BED926D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Sikringer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E6C26858-3325-9734-A634-8A34AB21C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165" y="2029759"/>
            <a:ext cx="6636201" cy="3968918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F87B5EBA-F6C8-CB9C-BF00-1005DAB6908D}"/>
              </a:ext>
            </a:extLst>
          </p:cNvPr>
          <p:cNvSpPr/>
          <p:nvPr/>
        </p:nvSpPr>
        <p:spPr>
          <a:xfrm>
            <a:off x="254634" y="2819928"/>
            <a:ext cx="4889739" cy="1940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b="1" dirty="0">
                <a:solidFill>
                  <a:schemeClr val="tx1"/>
                </a:solidFill>
              </a:rPr>
              <a:t>Sikringen afbryder (smelter) når strømmen bliver for høj.</a:t>
            </a:r>
          </a:p>
          <a:p>
            <a:endParaRPr lang="da-DK" sz="2400" b="1" dirty="0">
              <a:solidFill>
                <a:schemeClr val="tx1"/>
              </a:solidFill>
            </a:endParaRPr>
          </a:p>
          <a:p>
            <a:r>
              <a:rPr lang="da-DK" sz="2400" b="1" dirty="0">
                <a:solidFill>
                  <a:schemeClr val="tx1"/>
                </a:solidFill>
              </a:rPr>
              <a:t>Typisk ved kortslutning</a:t>
            </a:r>
          </a:p>
        </p:txBody>
      </p:sp>
    </p:spTree>
    <p:extLst>
      <p:ext uri="{BB962C8B-B14F-4D97-AF65-F5344CB8AC3E}">
        <p14:creationId xmlns:p14="http://schemas.microsoft.com/office/powerpoint/2010/main" val="3258210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43801-2A50-205D-DA53-0DCE17200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EC471-EFF1-6355-3E65-F4EBF9174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Sikringer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93457D1-C946-3549-6214-871D5F70BD54}"/>
              </a:ext>
            </a:extLst>
          </p:cNvPr>
          <p:cNvSpPr/>
          <p:nvPr/>
        </p:nvSpPr>
        <p:spPr>
          <a:xfrm>
            <a:off x="360000" y="2401119"/>
            <a:ext cx="10271436" cy="25478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b="1" dirty="0">
                <a:solidFill>
                  <a:schemeClr val="tx1"/>
                </a:solidFill>
              </a:rPr>
              <a:t>Hvornår skal sikringen afbryde?</a:t>
            </a:r>
          </a:p>
          <a:p>
            <a:endParaRPr lang="da-DK" sz="2400" b="1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Beregn / vurder den maksimale strøm ved normal drift.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Grov tommelfingerregel: Brug en sikring som kan tåle den dobbelte strøm, eller brug den næste, større standard størrelse sikring.</a:t>
            </a:r>
          </a:p>
        </p:txBody>
      </p:sp>
    </p:spTree>
    <p:extLst>
      <p:ext uri="{BB962C8B-B14F-4D97-AF65-F5344CB8AC3E}">
        <p14:creationId xmlns:p14="http://schemas.microsoft.com/office/powerpoint/2010/main" val="325755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F78F5-139D-B91B-182A-A075AA7D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614BEE-4A58-72C5-6A9B-EA5EB33D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Sikringer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52A1CE2E-5ADE-1C74-C511-D24621173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999" y="2398205"/>
            <a:ext cx="6276001" cy="4459795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F8CB6CFE-A166-D9DD-2104-6606B3A1DB56}"/>
              </a:ext>
            </a:extLst>
          </p:cNvPr>
          <p:cNvSpPr/>
          <p:nvPr/>
        </p:nvSpPr>
        <p:spPr>
          <a:xfrm>
            <a:off x="219174" y="2648859"/>
            <a:ext cx="5398626" cy="2530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b="1" dirty="0">
                <a:solidFill>
                  <a:schemeClr val="tx1"/>
                </a:solidFill>
              </a:rPr>
              <a:t>Det kan være fornuftigt med flere sikringer, hvis vi vil sikre forskellige komponenter med meget forskellige strømbehov</a:t>
            </a:r>
          </a:p>
        </p:txBody>
      </p:sp>
    </p:spTree>
    <p:extLst>
      <p:ext uri="{BB962C8B-B14F-4D97-AF65-F5344CB8AC3E}">
        <p14:creationId xmlns:p14="http://schemas.microsoft.com/office/powerpoint/2010/main" val="983238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45F63-97E6-2974-4665-DC96197D9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0967833D-3563-0130-5543-33A7550B6D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Embedded Systems 2 – Efterår 2026</a:t>
            </a:r>
          </a:p>
        </p:txBody>
      </p:sp>
      <p:sp>
        <p:nvSpPr>
          <p:cNvPr id="3" name="Pladsholder til tekst 1">
            <a:extLst>
              <a:ext uri="{FF2B5EF4-FFF2-40B4-BE49-F238E27FC236}">
                <a16:creationId xmlns:a16="http://schemas.microsoft.com/office/drawing/2014/main" id="{ED9CDC74-63C0-2626-D5CF-4D74092E20DE}"/>
              </a:ext>
            </a:extLst>
          </p:cNvPr>
          <p:cNvSpPr txBox="1">
            <a:spLocks/>
          </p:cNvSpPr>
          <p:nvPr/>
        </p:nvSpPr>
        <p:spPr>
          <a:xfrm>
            <a:off x="716981" y="2328693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6000" b="1" dirty="0"/>
              <a:t>Opgave: Kapacitet</a:t>
            </a:r>
          </a:p>
          <a:p>
            <a:r>
              <a:rPr lang="da-DK" sz="2800" dirty="0"/>
              <a:t>Hvor lang tid kan robotbilen køre på en opladning ?</a:t>
            </a:r>
          </a:p>
        </p:txBody>
      </p:sp>
    </p:spTree>
    <p:extLst>
      <p:ext uri="{BB962C8B-B14F-4D97-AF65-F5344CB8AC3E}">
        <p14:creationId xmlns:p14="http://schemas.microsoft.com/office/powerpoint/2010/main" val="4111686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01535-DC75-E5C9-0CA1-AA650F4EE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E19051-EE6F-6462-4FDB-56C3B25F1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Batterikapacitet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6BF1710-1BC3-0EC3-4D63-09EA49A035B7}"/>
              </a:ext>
            </a:extLst>
          </p:cNvPr>
          <p:cNvSpPr/>
          <p:nvPr/>
        </p:nvSpPr>
        <p:spPr>
          <a:xfrm>
            <a:off x="446991" y="1280749"/>
            <a:ext cx="11042340" cy="623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b="1" dirty="0">
                <a:solidFill>
                  <a:schemeClr val="tx1"/>
                </a:solidFill>
              </a:rPr>
              <a:t>Hvor lang tid kan robotbilen køre på et batteri?</a:t>
            </a:r>
          </a:p>
          <a:p>
            <a:endParaRPr lang="da-DK" sz="2400" b="1" dirty="0">
              <a:solidFill>
                <a:schemeClr val="tx1"/>
              </a:solidFill>
            </a:endParaRPr>
          </a:p>
          <a:p>
            <a:endParaRPr lang="da-DK" sz="2400" dirty="0">
              <a:solidFill>
                <a:schemeClr val="tx1"/>
              </a:solidFill>
            </a:endParaRPr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00FF139A-9BD0-AE59-4E17-20E288748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16627"/>
              </p:ext>
            </p:extLst>
          </p:nvPr>
        </p:nvGraphicFramePr>
        <p:xfrm>
          <a:off x="340864" y="2370175"/>
          <a:ext cx="11510271" cy="3122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5331">
                  <a:extLst>
                    <a:ext uri="{9D8B030D-6E8A-4147-A177-3AD203B41FA5}">
                      <a16:colId xmlns:a16="http://schemas.microsoft.com/office/drawing/2014/main" val="1109872428"/>
                    </a:ext>
                  </a:extLst>
                </a:gridCol>
                <a:gridCol w="9164940">
                  <a:extLst>
                    <a:ext uri="{9D8B030D-6E8A-4147-A177-3AD203B41FA5}">
                      <a16:colId xmlns:a16="http://schemas.microsoft.com/office/drawing/2014/main" val="1844471245"/>
                    </a:ext>
                  </a:extLst>
                </a:gridCol>
              </a:tblGrid>
              <a:tr h="378927">
                <a:tc>
                  <a:txBody>
                    <a:bodyPr/>
                    <a:lstStyle/>
                    <a:p>
                      <a:r>
                        <a:rPr lang="da-DK" dirty="0"/>
                        <a:t>Opgave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Beskrivelse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752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Blokdiagram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dirty="0">
                          <a:solidFill>
                            <a:schemeClr val="tx1"/>
                          </a:solidFill>
                        </a:rPr>
                        <a:t>Tegn et blokdiagram over batteri og tilsluttede enheder: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da-DK" sz="1800" dirty="0">
                          <a:solidFill>
                            <a:schemeClr val="tx1"/>
                          </a:solidFill>
                        </a:rPr>
                        <a:t>2 stk. </a:t>
                      </a:r>
                      <a:r>
                        <a:rPr lang="da-DK" sz="1800">
                          <a:solidFill>
                            <a:schemeClr val="tx1"/>
                          </a:solidFill>
                        </a:rPr>
                        <a:t>motorer</a:t>
                      </a:r>
                      <a:endParaRPr lang="da-DK" sz="1800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da-DK" sz="1800" dirty="0">
                          <a:solidFill>
                            <a:schemeClr val="tx1"/>
                          </a:solidFill>
                        </a:rPr>
                        <a:t>Pico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da-DK" sz="1800" dirty="0">
                          <a:solidFill>
                            <a:schemeClr val="tx1"/>
                          </a:solidFill>
                        </a:rPr>
                        <a:t>Afstandssensor (TOF)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da-DK" sz="1800" dirty="0">
                          <a:solidFill>
                            <a:schemeClr val="tx1"/>
                          </a:solidFill>
                        </a:rPr>
                        <a:t>Reflektionssensor (IR)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41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Strøm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Find ud af hvor meget strøm de enkelte enheder bruger (maksimalt)</a:t>
                      </a:r>
                    </a:p>
                    <a:p>
                      <a:r>
                        <a:rPr lang="da-DK" dirty="0"/>
                        <a:t>Google, datablad…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745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Kapacitet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800" dirty="0">
                          <a:solidFill>
                            <a:schemeClr val="tx1"/>
                          </a:solidFill>
                        </a:rPr>
                        <a:t>Beregn hvor længe batteriet kan holde bilen kørende ved maksimal hastighed?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651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688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861D1-DA16-BD78-95A9-1FE66AC7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E46579E1-599F-1BC9-892D-6E393A1037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Embedded Systems 2 – Efterår 2026</a:t>
            </a:r>
          </a:p>
        </p:txBody>
      </p:sp>
      <p:sp>
        <p:nvSpPr>
          <p:cNvPr id="3" name="Pladsholder til tekst 1">
            <a:extLst>
              <a:ext uri="{FF2B5EF4-FFF2-40B4-BE49-F238E27FC236}">
                <a16:creationId xmlns:a16="http://schemas.microsoft.com/office/drawing/2014/main" id="{D6ECBA1D-B81D-F208-2123-A763FB4C4F15}"/>
              </a:ext>
            </a:extLst>
          </p:cNvPr>
          <p:cNvSpPr txBox="1">
            <a:spLocks/>
          </p:cNvSpPr>
          <p:nvPr/>
        </p:nvSpPr>
        <p:spPr>
          <a:xfrm>
            <a:off x="716981" y="2328693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6000" b="1" dirty="0"/>
              <a:t>Opgave:</a:t>
            </a:r>
          </a:p>
          <a:p>
            <a:r>
              <a:rPr lang="da-DK" sz="2800" dirty="0"/>
              <a:t>Regneark til beregning af batterilevetid</a:t>
            </a:r>
          </a:p>
        </p:txBody>
      </p:sp>
    </p:spTree>
    <p:extLst>
      <p:ext uri="{BB962C8B-B14F-4D97-AF65-F5344CB8AC3E}">
        <p14:creationId xmlns:p14="http://schemas.microsoft.com/office/powerpoint/2010/main" val="3983492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266B0-2554-276F-F457-CC3CDF54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AF575A-2665-0AEC-6ABC-FEBAE74E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920749"/>
          </a:xfrm>
        </p:spPr>
        <p:txBody>
          <a:bodyPr anchor="t"/>
          <a:lstStyle/>
          <a:p>
            <a:r>
              <a:rPr lang="da-DK" dirty="0"/>
              <a:t>Batterikapacitet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187F256F-03D6-FA56-AC5D-9E42795ABB34}"/>
              </a:ext>
            </a:extLst>
          </p:cNvPr>
          <p:cNvSpPr/>
          <p:nvPr/>
        </p:nvSpPr>
        <p:spPr>
          <a:xfrm>
            <a:off x="523773" y="1673040"/>
            <a:ext cx="10909717" cy="4902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 b="1" dirty="0">
                <a:solidFill>
                  <a:schemeClr val="tx1"/>
                </a:solidFill>
              </a:rPr>
              <a:t>Lav et regneark som kan beregne batteritiden:</a:t>
            </a:r>
          </a:p>
          <a:p>
            <a:endParaRPr lang="da-DK" sz="2400" dirty="0">
              <a:solidFill>
                <a:schemeClr val="tx1"/>
              </a:solidFill>
            </a:endParaRPr>
          </a:p>
          <a:p>
            <a:r>
              <a:rPr lang="da-DK" sz="2400" b="1" dirty="0">
                <a:solidFill>
                  <a:schemeClr val="tx1"/>
                </a:solidFill>
              </a:rPr>
              <a:t>Input: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Batteriets nominelle spænding og kapacitet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Udregn batteriets kapacitet i </a:t>
            </a:r>
            <a:r>
              <a:rPr lang="da-DK" sz="2400" dirty="0" err="1">
                <a:solidFill>
                  <a:schemeClr val="tx1"/>
                </a:solidFill>
              </a:rPr>
              <a:t>Wh</a:t>
            </a:r>
            <a:r>
              <a:rPr lang="da-DK" sz="2400" dirty="0">
                <a:solidFill>
                  <a:schemeClr val="tx1"/>
                </a:solidFill>
              </a:rPr>
              <a:t> (watt-timer)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Op til fem tilsluttede forbrugere (motorer, Pico, sensorer </a:t>
            </a:r>
            <a:r>
              <a:rPr lang="da-DK" sz="2400" dirty="0" err="1">
                <a:solidFill>
                  <a:schemeClr val="tx1"/>
                </a:solidFill>
              </a:rPr>
              <a:t>osv</a:t>
            </a:r>
            <a:r>
              <a:rPr lang="da-DK" sz="2400" dirty="0">
                <a:solidFill>
                  <a:schemeClr val="tx1"/>
                </a:solidFill>
              </a:rPr>
              <a:t>)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Indtast spænding og strømforbrug</a:t>
            </a:r>
          </a:p>
          <a:p>
            <a:pPr marL="800100" lvl="1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Udregn watt for hver forbruger</a:t>
            </a:r>
          </a:p>
          <a:p>
            <a:endParaRPr lang="da-DK" sz="2400" dirty="0">
              <a:solidFill>
                <a:schemeClr val="tx1"/>
              </a:solidFill>
            </a:endParaRPr>
          </a:p>
          <a:p>
            <a:r>
              <a:rPr lang="da-DK" sz="2400" b="1" dirty="0">
                <a:solidFill>
                  <a:schemeClr val="tx1"/>
                </a:solidFill>
              </a:rPr>
              <a:t>Output:</a:t>
            </a:r>
          </a:p>
          <a:p>
            <a:pPr marL="342900" indent="-342900">
              <a:buFontTx/>
              <a:buChar char="-"/>
            </a:pPr>
            <a:r>
              <a:rPr lang="da-DK" sz="2400" dirty="0">
                <a:solidFill>
                  <a:schemeClr val="tx1"/>
                </a:solidFill>
              </a:rPr>
              <a:t>Batterilevetiden: Hvor lang tid kan batteriet levere den nødvendige strøm?</a:t>
            </a:r>
          </a:p>
          <a:p>
            <a:pPr marL="342900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  <a:p>
            <a:pPr marL="800100" lvl="1" indent="-342900">
              <a:buFontTx/>
              <a:buChar char="-"/>
            </a:pPr>
            <a:endParaRPr lang="da-DK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102566"/>
      </p:ext>
    </p:extLst>
  </p:cSld>
  <p:clrMapOvr>
    <a:masterClrMapping/>
  </p:clrMapOvr>
</p:sld>
</file>

<file path=ppt/theme/theme1.xml><?xml version="1.0" encoding="utf-8"?>
<a:theme xmlns:a="http://schemas.openxmlformats.org/drawingml/2006/main" name="Erhvervsakademi Aarhus">
  <a:themeElements>
    <a:clrScheme name="Brugerdefineret 1">
      <a:dk1>
        <a:sysClr val="windowText" lastClr="000000"/>
      </a:dk1>
      <a:lt1>
        <a:sysClr val="window" lastClr="FFFFFF"/>
      </a:lt1>
      <a:dk2>
        <a:srgbClr val="818A8F"/>
      </a:dk2>
      <a:lt2>
        <a:srgbClr val="E0E6E6"/>
      </a:lt2>
      <a:accent1>
        <a:srgbClr val="BED4DB"/>
      </a:accent1>
      <a:accent2>
        <a:srgbClr val="F4EBC0"/>
      </a:accent2>
      <a:accent3>
        <a:srgbClr val="F0E87D"/>
      </a:accent3>
      <a:accent4>
        <a:srgbClr val="80B4BF"/>
      </a:accent4>
      <a:accent5>
        <a:srgbClr val="F3F4F7"/>
      </a:accent5>
      <a:accent6>
        <a:srgbClr val="3A646D"/>
      </a:accent6>
      <a:hlink>
        <a:srgbClr val="0070C0"/>
      </a:hlink>
      <a:folHlink>
        <a:srgbClr val="532E60"/>
      </a:folHlink>
    </a:clrScheme>
    <a:fontScheme name="Erhvervsakademi Aarhus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 skabelon 2024 - Tomme slides" id="{0B65371E-F096-458D-B8E6-9FE411CE9461}" vid="{B19B6A5F-2226-4DA3-887D-AC95B62BA811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wnload xmlns="0c8b330c-8ef8-42f5-a560-2061c9a91eef">
      <Url xsi:nil="true"/>
      <Description xsi:nil="true"/>
    </Download>
    <DownloadTXT xmlns="0c8b330c-8ef8-42f5-a560-2061c9a91eef" xsi:nil="true"/>
    <lcf76f155ced4ddcb4097134ff3c332f xmlns="0c8b330c-8ef8-42f5-a560-2061c9a91eef">
      <Terms xmlns="http://schemas.microsoft.com/office/infopath/2007/PartnerControls"/>
    </lcf76f155ced4ddcb4097134ff3c332f>
    <TaxCatchAll xmlns="dd3a7230-6129-4693-98fa-20a00ff663c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DF9AA205A72334A8211B05268D2C9CB" ma:contentTypeVersion="15" ma:contentTypeDescription="Opret et nyt dokument." ma:contentTypeScope="" ma:versionID="6afccfa01e25d4e3b58045c07a0c5262">
  <xsd:schema xmlns:xsd="http://www.w3.org/2001/XMLSchema" xmlns:xs="http://www.w3.org/2001/XMLSchema" xmlns:p="http://schemas.microsoft.com/office/2006/metadata/properties" xmlns:ns2="0c8b330c-8ef8-42f5-a560-2061c9a91eef" xmlns:ns3="dd3a7230-6129-4693-98fa-20a00ff663c1" targetNamespace="http://schemas.microsoft.com/office/2006/metadata/properties" ma:root="true" ma:fieldsID="212cdbc2a0e14e748db9ed8c21642c46" ns2:_="" ns3:_="">
    <xsd:import namespace="0c8b330c-8ef8-42f5-a560-2061c9a91eef"/>
    <xsd:import namespace="dd3a7230-6129-4693-98fa-20a00ff663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wnload" minOccurs="0"/>
                <xsd:element ref="ns2:DownloadTX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8b330c-8ef8-42f5-a560-2061c9a91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ledmærker" ma:readOnly="false" ma:fieldId="{5cf76f15-5ced-4ddc-b409-7134ff3c332f}" ma:taxonomyMulti="true" ma:sspId="3273e385-a8b0-4d51-8803-6e97695cb9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wnload" ma:index="20" nillable="true" ma:displayName="Download" ma:format="Hyperlink" ma:internalName="Download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DownloadTXT" ma:index="21" nillable="true" ma:displayName="DownloadTXT" ma:format="Dropdown" ma:internalName="DownloadTX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3a7230-6129-4693-98fa-20a00ff663c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d872898-643d-4ad1-a3d8-5333f5ea3598}" ma:internalName="TaxCatchAll" ma:showField="CatchAllData" ma:web="dd3a7230-6129-4693-98fa-20a00ff663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D5C506-20B3-44D2-B7DC-D7B14B726766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purl.org/dc/terms/"/>
    <ds:schemaRef ds:uri="0c8b330c-8ef8-42f5-a560-2061c9a91eef"/>
    <ds:schemaRef ds:uri="dd3a7230-6129-4693-98fa-20a00ff663c1"/>
  </ds:schemaRefs>
</ds:datastoreItem>
</file>

<file path=customXml/itemProps2.xml><?xml version="1.0" encoding="utf-8"?>
<ds:datastoreItem xmlns:ds="http://schemas.openxmlformats.org/officeDocument/2006/customXml" ds:itemID="{2E92B03D-551E-41A3-A398-C7B2F6C9AA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48F500-F8AE-4612-BFDC-5332BEB3DE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8b330c-8ef8-42f5-a560-2061c9a91eef"/>
    <ds:schemaRef ds:uri="dd3a7230-6129-4693-98fa-20a00ff663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 skabelon 2025 - Template til indlejring i Powerpoint (potx)</Template>
  <TotalTime>873</TotalTime>
  <Words>855</Words>
  <Application>Microsoft Office PowerPoint</Application>
  <PresentationFormat>Widescreen</PresentationFormat>
  <Paragraphs>192</Paragraphs>
  <Slides>32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32</vt:i4>
      </vt:variant>
    </vt:vector>
  </HeadingPairs>
  <TitlesOfParts>
    <vt:vector size="37" baseType="lpstr">
      <vt:lpstr>Aptos</vt:lpstr>
      <vt:lpstr>Arial</vt:lpstr>
      <vt:lpstr>Lucida Sans</vt:lpstr>
      <vt:lpstr>Montserrat</vt:lpstr>
      <vt:lpstr>Erhvervsakademi Aarhus</vt:lpstr>
      <vt:lpstr>PowerPoint-præsentation</vt:lpstr>
      <vt:lpstr>Batterityper og anvendelse</vt:lpstr>
      <vt:lpstr>Batterityper og anvendelse</vt:lpstr>
      <vt:lpstr>PowerPoint-præsentation</vt:lpstr>
      <vt:lpstr>Batterityper og anvendelse</vt:lpstr>
      <vt:lpstr>Batterityper og anvendelse</vt:lpstr>
      <vt:lpstr>Batterityper og anvendelse</vt:lpstr>
      <vt:lpstr>Batterityper og anvendelse</vt:lpstr>
      <vt:lpstr>PowerPoint-præsentation</vt:lpstr>
      <vt:lpstr>Batteriegenskaber</vt:lpstr>
      <vt:lpstr>Batteriegenskaber</vt:lpstr>
      <vt:lpstr>Batteriegenskaber</vt:lpstr>
      <vt:lpstr>Batterityper og anvendelse</vt:lpstr>
      <vt:lpstr>Batteriegenskaber</vt:lpstr>
      <vt:lpstr>Batteriegenskaber</vt:lpstr>
      <vt:lpstr>PowerPoint-præsentation</vt:lpstr>
      <vt:lpstr>Batterier er levende organismer</vt:lpstr>
      <vt:lpstr>Batterier er levende organismer</vt:lpstr>
      <vt:lpstr>Batterier er levende organismer</vt:lpstr>
      <vt:lpstr>PowerPoint-præsentation</vt:lpstr>
      <vt:lpstr>Øvelse : Batteri data og måling på batterier</vt:lpstr>
      <vt:lpstr>Øvelse : Batteri data og måling på batterier</vt:lpstr>
      <vt:lpstr>Øvelse : Mål på batterier</vt:lpstr>
      <vt:lpstr>PowerPoint-præsentation</vt:lpstr>
      <vt:lpstr>Sikringer</vt:lpstr>
      <vt:lpstr>Sikringer</vt:lpstr>
      <vt:lpstr>Sikringer</vt:lpstr>
      <vt:lpstr>Sikringer</vt:lpstr>
      <vt:lpstr>PowerPoint-præsentation</vt:lpstr>
      <vt:lpstr>Batterikapacitet</vt:lpstr>
      <vt:lpstr>PowerPoint-præsentation</vt:lpstr>
      <vt:lpstr>Batterikapacitet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Kåre Bach Kjeldsen (adjunkt – kbkj@eaaa.dk)</dc:creator>
  <cp:lastModifiedBy>Kåre Bach Kjeldsen (adjunkt – kbkj@eaaa.dk)</cp:lastModifiedBy>
  <cp:revision>27</cp:revision>
  <dcterms:created xsi:type="dcterms:W3CDTF">2026-01-13T07:31:24Z</dcterms:created>
  <dcterms:modified xsi:type="dcterms:W3CDTF">2026-08-18T08:21:02Z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0x0101008DF9AA205A72334A8211B05268D2C9CB</vt:lpwstr>
  </property>
</Properties>
</file>