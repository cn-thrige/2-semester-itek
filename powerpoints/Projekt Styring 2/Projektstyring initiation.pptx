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21" r:id="rId4"/>
    <p:sldId id="325" r:id="rId5"/>
    <p:sldId id="326" r:id="rId6"/>
    <p:sldId id="327" r:id="rId7"/>
    <p:sldId id="328" r:id="rId8"/>
    <p:sldId id="318" r:id="rId9"/>
    <p:sldId id="329" r:id="rId10"/>
    <p:sldId id="330" r:id="rId11"/>
    <p:sldId id="331" r:id="rId12"/>
    <p:sldId id="332" r:id="rId13"/>
    <p:sldId id="319" r:id="rId14"/>
    <p:sldId id="275" r:id="rId1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17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7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251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10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91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4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02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5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57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83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281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340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28D282-BDFA-7D25-7DE7-A4CED2D11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da-DK" sz="4900" dirty="0"/>
              <a:t>Projektstyring</a:t>
            </a:r>
            <a:br>
              <a:rPr lang="da-DK" sz="4900" dirty="0"/>
            </a:br>
            <a:r>
              <a:rPr lang="da-DK" sz="4900" dirty="0"/>
              <a:t>Projekt initiation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FD1F6825-42E5-273B-3433-4006F74A5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endParaRPr lang="da-DK"/>
          </a:p>
        </p:txBody>
      </p:sp>
      <p:pic>
        <p:nvPicPr>
          <p:cNvPr id="4" name="Picture 3" descr="3D-firkant og rektangel">
            <a:extLst>
              <a:ext uri="{FF2B5EF4-FFF2-40B4-BE49-F238E27FC236}">
                <a16:creationId xmlns:a16="http://schemas.microsoft.com/office/drawing/2014/main" id="{96A3F49F-70EA-8A5F-0C26-FC75F6589B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17" r="24847" b="1"/>
          <a:stretch/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12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0F229B-6CA7-B8E1-E03F-56828D781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Agenda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08DEFCA-90AE-07A9-8D28-E79060B5F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Projekt initiation</a:t>
            </a:r>
          </a:p>
          <a:p>
            <a:r>
              <a:rPr lang="da-DK" dirty="0"/>
              <a:t>Definer projekt succes</a:t>
            </a:r>
          </a:p>
          <a:p>
            <a:r>
              <a:rPr lang="da-DK" dirty="0"/>
              <a:t>Projekt som business case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83251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D96418-741C-97D5-8EDA-6249C84E0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da-DK" sz="4000"/>
              <a:t>Projekt initiation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45F0658-B38D-49BC-553B-952865AC6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 fontScale="92500" lnSpcReduction="10000"/>
          </a:bodyPr>
          <a:lstStyle/>
          <a:p>
            <a:r>
              <a:rPr lang="da-DK" sz="2000"/>
              <a:t>Ide</a:t>
            </a:r>
          </a:p>
          <a:p>
            <a:r>
              <a:rPr lang="da-DK" sz="2000"/>
              <a:t>Sætte mål</a:t>
            </a:r>
          </a:p>
          <a:p>
            <a:r>
              <a:rPr lang="da-DK" sz="2000"/>
              <a:t>Problem/oppotunity beskrives</a:t>
            </a:r>
          </a:p>
          <a:p>
            <a:r>
              <a:rPr lang="da-DK" sz="2000"/>
              <a:t>Hvilken løsning har vi ?</a:t>
            </a:r>
          </a:p>
          <a:p>
            <a:r>
              <a:rPr lang="da-DK" sz="2000"/>
              <a:t>Business requirements</a:t>
            </a:r>
          </a:p>
          <a:p>
            <a:r>
              <a:rPr lang="da-DK" sz="2000"/>
              <a:t>Scope</a:t>
            </a:r>
          </a:p>
          <a:p>
            <a:r>
              <a:rPr lang="da-DK" sz="2000"/>
              <a:t>Forhindringer</a:t>
            </a:r>
          </a:p>
          <a:p>
            <a:r>
              <a:rPr lang="da-DK" sz="2000"/>
              <a:t>Plan !!</a:t>
            </a:r>
          </a:p>
        </p:txBody>
      </p:sp>
      <p:pic>
        <p:nvPicPr>
          <p:cNvPr id="5" name="Picture 4" descr="En pil, der ramme et tyre motiv">
            <a:extLst>
              <a:ext uri="{FF2B5EF4-FFF2-40B4-BE49-F238E27FC236}">
                <a16:creationId xmlns:a16="http://schemas.microsoft.com/office/drawing/2014/main" id="{E0E06BAB-9346-F80B-1E83-3B0B2E77F9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72" r="504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85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6D112D-B6EB-FE24-C503-38952C304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da-DK" sz="5400"/>
              <a:t>Stakeholder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9CF7220-6D57-7701-A290-736CB0244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 fontScale="92500" lnSpcReduction="10000"/>
          </a:bodyPr>
          <a:lstStyle/>
          <a:p>
            <a:r>
              <a:rPr lang="da-DK" sz="2200"/>
              <a:t>Stakeholder er en interessant</a:t>
            </a:r>
          </a:p>
          <a:p>
            <a:endParaRPr lang="da-DK" sz="2200"/>
          </a:p>
          <a:p>
            <a:r>
              <a:rPr lang="da-DK" sz="2200"/>
              <a:t>Alle som er interesseret i projektet</a:t>
            </a:r>
          </a:p>
          <a:p>
            <a:endParaRPr lang="da-DK" sz="2200"/>
          </a:p>
          <a:p>
            <a:r>
              <a:rPr lang="da-DK" sz="2200"/>
              <a:t>Jer selv og underviser. </a:t>
            </a:r>
          </a:p>
          <a:p>
            <a:endParaRPr lang="da-DK" sz="2200"/>
          </a:p>
          <a:p>
            <a:r>
              <a:rPr lang="da-DK" sz="2200"/>
              <a:t>Naviger i det og find ud af kommunikation</a:t>
            </a:r>
          </a:p>
        </p:txBody>
      </p:sp>
      <p:pic>
        <p:nvPicPr>
          <p:cNvPr id="3074" name="Picture 2" descr="5 Tips to Succeed in Stakeholder Engagement | Themes | Savills Prospects">
            <a:extLst>
              <a:ext uri="{FF2B5EF4-FFF2-40B4-BE49-F238E27FC236}">
                <a16:creationId xmlns:a16="http://schemas.microsoft.com/office/drawing/2014/main" id="{3A555A17-BA76-F41C-09CC-C3C4602F6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750367"/>
            <a:ext cx="5458968" cy="335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2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9C0515-7FD5-DACF-ED26-36FD2D024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Har i en projekt manager ? 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35B263B-8C94-644A-78D9-5358C68CA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 kan skiftes til at være tovholder</a:t>
            </a:r>
          </a:p>
          <a:p>
            <a:endParaRPr lang="da-DK" dirty="0"/>
          </a:p>
          <a:p>
            <a:r>
              <a:rPr lang="da-DK" dirty="0"/>
              <a:t>Gå jeres tidsplan igennem</a:t>
            </a:r>
          </a:p>
          <a:p>
            <a:endParaRPr lang="da-DK" dirty="0"/>
          </a:p>
          <a:p>
            <a:r>
              <a:rPr lang="da-DK" dirty="0"/>
              <a:t>Husk hvis alle har ansvaret har ingen.</a:t>
            </a:r>
          </a:p>
        </p:txBody>
      </p:sp>
    </p:spTree>
    <p:extLst>
      <p:ext uri="{BB962C8B-B14F-4D97-AF65-F5344CB8AC3E}">
        <p14:creationId xmlns:p14="http://schemas.microsoft.com/office/powerpoint/2010/main" val="1554432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E61A55-D862-7F35-8F4A-200E4147F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da-DK" sz="4000"/>
              <a:t>IDE 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58BC78C-12B6-7CD4-AD67-E5BDB3234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da-DK" sz="2000"/>
              <a:t>Tænk kreativt</a:t>
            </a:r>
          </a:p>
          <a:p>
            <a:endParaRPr lang="da-DK" sz="2000"/>
          </a:p>
          <a:p>
            <a:r>
              <a:rPr lang="da-DK" sz="2000"/>
              <a:t>Lad ikke realisme komme ind</a:t>
            </a:r>
          </a:p>
          <a:p>
            <a:endParaRPr lang="da-DK" sz="2000"/>
          </a:p>
          <a:p>
            <a:r>
              <a:rPr lang="da-DK" sz="2000"/>
              <a:t>Brainstorm</a:t>
            </a:r>
          </a:p>
          <a:p>
            <a:endParaRPr lang="da-DK" sz="2000"/>
          </a:p>
          <a:p>
            <a:r>
              <a:rPr lang="da-DK" sz="2000"/>
              <a:t>Tænkestilshattene</a:t>
            </a:r>
          </a:p>
        </p:txBody>
      </p:sp>
      <p:pic>
        <p:nvPicPr>
          <p:cNvPr id="5" name="Picture 4" descr="Pære ide-begreb">
            <a:extLst>
              <a:ext uri="{FF2B5EF4-FFF2-40B4-BE49-F238E27FC236}">
                <a16:creationId xmlns:a16="http://schemas.microsoft.com/office/drawing/2014/main" id="{39C2FC5E-7DE6-1696-3345-58667C43AC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" r="48107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8072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A86DE8-A866-A7BA-0ECB-F1F421CE2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da-DK" sz="4000"/>
              <a:t>Sæt mål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295C0D2-22FE-748E-0FC7-963CED85A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da-DK" sz="2000"/>
              <a:t>Hvad er jeres mål med projektet? </a:t>
            </a:r>
          </a:p>
          <a:p>
            <a:pPr lvl="1"/>
            <a:r>
              <a:rPr lang="da-DK" sz="2000"/>
              <a:t>Lav en forventnings afstemning</a:t>
            </a:r>
          </a:p>
          <a:p>
            <a:pPr lvl="1"/>
            <a:r>
              <a:rPr lang="da-DK" sz="2000"/>
              <a:t>En teknologi i gerne vil lære ?</a:t>
            </a:r>
          </a:p>
          <a:p>
            <a:pPr marL="0" indent="0">
              <a:buNone/>
            </a:pPr>
            <a:endParaRPr lang="da-DK" sz="2000"/>
          </a:p>
          <a:p>
            <a:r>
              <a:rPr lang="da-DK" sz="2000"/>
              <a:t>Et fedt produkt ? </a:t>
            </a:r>
          </a:p>
          <a:p>
            <a:pPr lvl="1"/>
            <a:r>
              <a:rPr lang="da-DK" sz="2000"/>
              <a:t>Tænk krav</a:t>
            </a:r>
          </a:p>
          <a:p>
            <a:pPr lvl="1"/>
            <a:r>
              <a:rPr lang="da-DK" sz="2000"/>
              <a:t>Hvor langt vil i være med produktet ?</a:t>
            </a:r>
          </a:p>
        </p:txBody>
      </p:sp>
      <p:pic>
        <p:nvPicPr>
          <p:cNvPr id="4" name="Picture 4" descr="En pil, der ramme et tyre motiv">
            <a:extLst>
              <a:ext uri="{FF2B5EF4-FFF2-40B4-BE49-F238E27FC236}">
                <a16:creationId xmlns:a16="http://schemas.microsoft.com/office/drawing/2014/main" id="{5662A70F-1C76-EFC4-B03A-3AC813A73A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94" r="10547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9011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E4BB2A-4C3A-BA11-5F74-EFED72A9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da-DK" sz="4000"/>
              <a:t>Kravsspecifikation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4B1EFF-C541-8060-6897-50E96E2A1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da-DK" sz="2000"/>
              <a:t>Need</a:t>
            </a:r>
          </a:p>
          <a:p>
            <a:endParaRPr lang="da-DK" sz="2000"/>
          </a:p>
          <a:p>
            <a:r>
              <a:rPr lang="da-DK" sz="2000"/>
              <a:t>Nice</a:t>
            </a:r>
          </a:p>
          <a:p>
            <a:endParaRPr lang="da-DK" sz="2000"/>
          </a:p>
          <a:p>
            <a:r>
              <a:rPr lang="da-DK" sz="2000"/>
              <a:t>Hvad er det tekniske krav til produktet</a:t>
            </a:r>
          </a:p>
          <a:p>
            <a:pPr lvl="1"/>
            <a:r>
              <a:rPr lang="da-DK" sz="2000"/>
              <a:t>Tænk hvordan opfylder vi brugerkrav</a:t>
            </a:r>
          </a:p>
        </p:txBody>
      </p:sp>
      <p:pic>
        <p:nvPicPr>
          <p:cNvPr id="16" name="Picture 4" descr="Papkasser på transportbånd">
            <a:extLst>
              <a:ext uri="{FF2B5EF4-FFF2-40B4-BE49-F238E27FC236}">
                <a16:creationId xmlns:a16="http://schemas.microsoft.com/office/drawing/2014/main" id="{70FA1F87-0705-0D8D-4573-AC44CC7CDD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55" r="19008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5265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70868C-E518-2EAF-5A4D-16688DD7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da-DK" sz="4000" dirty="0"/>
              <a:t>Beskriv problemet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4A71DED-1761-2263-E9C1-212E4954E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 fontScale="92500" lnSpcReduction="20000"/>
          </a:bodyPr>
          <a:lstStyle/>
          <a:p>
            <a:r>
              <a:rPr lang="da-DK" sz="2000" dirty="0"/>
              <a:t>Hvad problem løser i ?</a:t>
            </a:r>
          </a:p>
          <a:p>
            <a:pPr lvl="1"/>
            <a:r>
              <a:rPr lang="da-DK" dirty="0"/>
              <a:t>Ingen problem så tænk over muligheder eller hvad udviklingen kan gøre.</a:t>
            </a:r>
          </a:p>
          <a:p>
            <a:endParaRPr lang="da-DK" sz="2000" dirty="0"/>
          </a:p>
          <a:p>
            <a:r>
              <a:rPr lang="da-DK" sz="2000" dirty="0"/>
              <a:t>Beskriv konteksten til problemet?</a:t>
            </a:r>
          </a:p>
          <a:p>
            <a:pPr lvl="1"/>
            <a:r>
              <a:rPr lang="da-DK" sz="2000" dirty="0"/>
              <a:t>Hvilken virksomheds kontekst har vi ?</a:t>
            </a:r>
          </a:p>
          <a:p>
            <a:pPr lvl="1"/>
            <a:r>
              <a:rPr lang="da-DK" sz="2000" dirty="0"/>
              <a:t>Hvilken team kontekst har vi ?</a:t>
            </a:r>
          </a:p>
          <a:p>
            <a:endParaRPr lang="da-DK" sz="2000" dirty="0"/>
          </a:p>
          <a:p>
            <a:r>
              <a:rPr lang="da-DK" sz="2000" dirty="0"/>
              <a:t>Hvorfor løser vi det problem ?</a:t>
            </a:r>
          </a:p>
          <a:p>
            <a:pPr lvl="1"/>
            <a:r>
              <a:rPr lang="da-DK" sz="2000" dirty="0"/>
              <a:t>Motivation</a:t>
            </a:r>
          </a:p>
        </p:txBody>
      </p:sp>
      <p:pic>
        <p:nvPicPr>
          <p:cNvPr id="5" name="Picture 4" descr="Forskellige farvede spørgsmålstegn">
            <a:extLst>
              <a:ext uri="{FF2B5EF4-FFF2-40B4-BE49-F238E27FC236}">
                <a16:creationId xmlns:a16="http://schemas.microsoft.com/office/drawing/2014/main" id="{3E338E9B-688B-094C-4B4E-70F12A3F50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66" r="29851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7754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7C7465-060E-8B52-092D-24D4CAAF0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da-DK" sz="4000"/>
              <a:t>Business requirements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819F46B-5B44-71F9-A8AF-F16500550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 fontScale="92500" lnSpcReduction="20000"/>
          </a:bodyPr>
          <a:lstStyle/>
          <a:p>
            <a:r>
              <a:rPr lang="da-DK" sz="2000"/>
              <a:t>Hvad ved vi ? </a:t>
            </a:r>
          </a:p>
          <a:p>
            <a:pPr lvl="1"/>
            <a:r>
              <a:rPr lang="da-DK" sz="2000"/>
              <a:t>Noget vi tror vi ved, men vi ikke ved ?</a:t>
            </a:r>
          </a:p>
          <a:p>
            <a:endParaRPr lang="da-DK" sz="2000"/>
          </a:p>
          <a:p>
            <a:r>
              <a:rPr lang="da-DK" sz="2000"/>
              <a:t>Hvad ved vi ikke ?</a:t>
            </a:r>
          </a:p>
          <a:p>
            <a:pPr lvl="1"/>
            <a:r>
              <a:rPr lang="da-DK" sz="2000"/>
              <a:t>Er der noget vi ikke, at vi ikke ved ?</a:t>
            </a:r>
          </a:p>
          <a:p>
            <a:endParaRPr lang="da-DK" sz="2000"/>
          </a:p>
          <a:p>
            <a:r>
              <a:rPr lang="da-DK" sz="2000"/>
              <a:t>Hvad kan vi ? </a:t>
            </a:r>
          </a:p>
          <a:p>
            <a:endParaRPr lang="da-DK" sz="2000"/>
          </a:p>
          <a:p>
            <a:r>
              <a:rPr lang="da-DK" sz="2000"/>
              <a:t>Hvad skal læres ?</a:t>
            </a:r>
          </a:p>
        </p:txBody>
      </p:sp>
      <p:pic>
        <p:nvPicPr>
          <p:cNvPr id="4" name="Picture 4" descr="Forskellige farvede spørgsmålstegn">
            <a:extLst>
              <a:ext uri="{FF2B5EF4-FFF2-40B4-BE49-F238E27FC236}">
                <a16:creationId xmlns:a16="http://schemas.microsoft.com/office/drawing/2014/main" id="{BACBC5B5-A040-EE8B-E73B-EDA6BD0763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67" r="29850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9147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3E1482-1D75-A4B7-2B3F-304FFCDCD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da-DK" sz="4000"/>
              <a:t>Scope</a:t>
            </a:r>
          </a:p>
        </p:txBody>
      </p:sp>
      <p:pic>
        <p:nvPicPr>
          <p:cNvPr id="4100" name="Picture 4" descr="Common mistakes made when preparing agency scope of work">
            <a:extLst>
              <a:ext uri="{FF2B5EF4-FFF2-40B4-BE49-F238E27FC236}">
                <a16:creationId xmlns:a16="http://schemas.microsoft.com/office/drawing/2014/main" id="{8AB0C801-453C-7C7A-25A1-631B1C0BE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39" r="22427" b="-2"/>
          <a:stretch>
            <a:fillRect/>
          </a:stretch>
        </p:blipFill>
        <p:spPr bwMode="auto">
          <a:xfrm>
            <a:off x="-1" y="-2"/>
            <a:ext cx="6096001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E821850-CF25-4611-5830-93AE1BE55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anchor="ctr">
            <a:normAutofit/>
          </a:bodyPr>
          <a:lstStyle/>
          <a:p>
            <a:r>
              <a:rPr lang="da-DK" sz="2000"/>
              <a:t>Hvor mange funktioner skal med ?</a:t>
            </a:r>
          </a:p>
          <a:p>
            <a:endParaRPr lang="da-DK" sz="2000"/>
          </a:p>
          <a:p>
            <a:r>
              <a:rPr lang="da-DK" sz="2000"/>
              <a:t>Hvad har vi tid til ? </a:t>
            </a:r>
          </a:p>
          <a:p>
            <a:endParaRPr lang="da-DK" sz="2000"/>
          </a:p>
          <a:p>
            <a:r>
              <a:rPr lang="da-DK" sz="2000"/>
              <a:t>Hvad har vi ressourcer til ?</a:t>
            </a:r>
          </a:p>
        </p:txBody>
      </p:sp>
    </p:spTree>
    <p:extLst>
      <p:ext uri="{BB962C8B-B14F-4D97-AF65-F5344CB8AC3E}">
        <p14:creationId xmlns:p14="http://schemas.microsoft.com/office/powerpoint/2010/main" val="1750461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le, der peger mod højre, mens én peger mod venstre">
            <a:extLst>
              <a:ext uri="{FF2B5EF4-FFF2-40B4-BE49-F238E27FC236}">
                <a16:creationId xmlns:a16="http://schemas.microsoft.com/office/drawing/2014/main" id="{CF8C9EF0-163E-B620-B678-C7F5AA1FA0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01" r="12633" b="-1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70F9EB6-E9C6-CD33-6AD0-D3506E897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da-DK" sz="4000"/>
              <a:t>Forhindringer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C68B2DE-26BA-7E1C-B851-672B658D6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r>
              <a:rPr lang="da-DK" sz="2000"/>
              <a:t>Noget som forhindres i at blive lavet ?</a:t>
            </a:r>
          </a:p>
          <a:p>
            <a:endParaRPr lang="da-DK" sz="2000"/>
          </a:p>
          <a:p>
            <a:r>
              <a:rPr lang="da-DK" sz="2000"/>
              <a:t>Mangler vi noget ?</a:t>
            </a:r>
          </a:p>
          <a:p>
            <a:endParaRPr lang="da-DK" sz="2000"/>
          </a:p>
          <a:p>
            <a:r>
              <a:rPr lang="da-DK" sz="2000"/>
              <a:t>Noget lov der forhindre ? </a:t>
            </a:r>
          </a:p>
          <a:p>
            <a:endParaRPr lang="da-DK" sz="2000"/>
          </a:p>
          <a:p>
            <a:endParaRPr lang="da-DK" sz="2000"/>
          </a:p>
          <a:p>
            <a:endParaRPr lang="da-DK" sz="2000"/>
          </a:p>
          <a:p>
            <a:endParaRPr lang="da-DK" sz="2000"/>
          </a:p>
        </p:txBody>
      </p:sp>
    </p:spTree>
    <p:extLst>
      <p:ext uri="{BB962C8B-B14F-4D97-AF65-F5344CB8AC3E}">
        <p14:creationId xmlns:p14="http://schemas.microsoft.com/office/powerpoint/2010/main" val="3009395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F8E68-6354-49C1-C297-240F658DD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Definer projektet </a:t>
            </a:r>
            <a:r>
              <a:rPr lang="da-DK" dirty="0" err="1"/>
              <a:t>sucess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FA88F39-CFF5-C8A2-51BF-4B6F948D0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da-DK" dirty="0"/>
              <a:t>Til tiden</a:t>
            </a:r>
          </a:p>
          <a:p>
            <a:pPr lvl="1"/>
            <a:r>
              <a:rPr lang="da-DK" dirty="0"/>
              <a:t>Overholder i tiden?</a:t>
            </a:r>
          </a:p>
          <a:p>
            <a:pPr lvl="1"/>
            <a:r>
              <a:rPr lang="da-DK" dirty="0"/>
              <a:t>Har i nogle ting som skal passes samtidig med ?</a:t>
            </a:r>
          </a:p>
          <a:p>
            <a:endParaRPr lang="da-DK" dirty="0"/>
          </a:p>
          <a:p>
            <a:r>
              <a:rPr lang="da-DK" dirty="0"/>
              <a:t>Indenfor budget</a:t>
            </a:r>
          </a:p>
          <a:p>
            <a:endParaRPr lang="da-DK" dirty="0"/>
          </a:p>
          <a:p>
            <a:r>
              <a:rPr lang="da-DK" dirty="0"/>
              <a:t>Opfylder det kravene ?</a:t>
            </a:r>
          </a:p>
          <a:p>
            <a:endParaRPr lang="da-DK" dirty="0"/>
          </a:p>
          <a:p>
            <a:r>
              <a:rPr lang="da-DK" dirty="0"/>
              <a:t>Indenfor </a:t>
            </a:r>
            <a:r>
              <a:rPr lang="da-DK" dirty="0" err="1"/>
              <a:t>scope</a:t>
            </a:r>
            <a:endParaRPr lang="da-DK" dirty="0"/>
          </a:p>
          <a:p>
            <a:pPr lvl="1"/>
            <a:r>
              <a:rPr lang="da-DK" dirty="0"/>
              <a:t>Performance krav</a:t>
            </a:r>
          </a:p>
          <a:p>
            <a:pPr lvl="1"/>
            <a:r>
              <a:rPr lang="da-DK" dirty="0"/>
              <a:t>Business krav</a:t>
            </a:r>
          </a:p>
          <a:p>
            <a:pPr lvl="1"/>
            <a:r>
              <a:rPr lang="da-DK" dirty="0"/>
              <a:t>Karakter ?</a:t>
            </a:r>
          </a:p>
        </p:txBody>
      </p:sp>
    </p:spTree>
    <p:extLst>
      <p:ext uri="{BB962C8B-B14F-4D97-AF65-F5344CB8AC3E}">
        <p14:creationId xmlns:p14="http://schemas.microsoft.com/office/powerpoint/2010/main" val="1507486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AD2687-6CE1-C782-54D0-27657A309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Clickup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35647BD-1894-9F28-F7DF-CCEA7E92C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7395450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297</Words>
  <Application>Microsoft Office PowerPoint</Application>
  <PresentationFormat>Widescreen</PresentationFormat>
  <Paragraphs>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Grandview Display</vt:lpstr>
      <vt:lpstr>DashVTI</vt:lpstr>
      <vt:lpstr>Projektstyring Projekt initiation</vt:lpstr>
      <vt:lpstr>Agenda</vt:lpstr>
      <vt:lpstr>Projekt initiation</vt:lpstr>
      <vt:lpstr>Stakeholder</vt:lpstr>
      <vt:lpstr>Har i en projekt manager ? </vt:lpstr>
      <vt:lpstr>IDE </vt:lpstr>
      <vt:lpstr>Sæt mål</vt:lpstr>
      <vt:lpstr>Kravsspecifikation</vt:lpstr>
      <vt:lpstr>Beskriv problemet</vt:lpstr>
      <vt:lpstr>Business requirements</vt:lpstr>
      <vt:lpstr>Scope</vt:lpstr>
      <vt:lpstr>Forhindringer</vt:lpstr>
      <vt:lpstr>Definer projektet sucess</vt:lpstr>
      <vt:lpstr>Clickup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 Kristensen (timelærer – fikr@eaaa.dk)</dc:creator>
  <cp:lastModifiedBy>Filip Kristensen (adjunkt – fikr@eaaa.dk)</cp:lastModifiedBy>
  <cp:revision>5</cp:revision>
  <dcterms:created xsi:type="dcterms:W3CDTF">2025-04-09T03:45:55Z</dcterms:created>
  <dcterms:modified xsi:type="dcterms:W3CDTF">2026-08-20T06:23:08Z</dcterms:modified>
</cp:coreProperties>
</file>