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63" r:id="rId5"/>
    <p:sldId id="280" r:id="rId6"/>
    <p:sldId id="326" r:id="rId7"/>
    <p:sldId id="285" r:id="rId8"/>
    <p:sldId id="323" r:id="rId9"/>
    <p:sldId id="286" r:id="rId10"/>
    <p:sldId id="288" r:id="rId11"/>
    <p:sldId id="325" r:id="rId12"/>
    <p:sldId id="278" r:id="rId13"/>
    <p:sldId id="289" r:id="rId14"/>
    <p:sldId id="290" r:id="rId15"/>
    <p:sldId id="292" r:id="rId16"/>
    <p:sldId id="291" r:id="rId17"/>
    <p:sldId id="322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FF22D-684D-4405-8A61-44B99ACEEBED}" v="26" dt="2026-01-22T07:03:03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Kristensen (adjunkt – fikr@eaaa.dk)" userId="2b9cd1d2-4abb-4c46-b541-aa0163216534" providerId="ADAL" clId="{E75D55DF-B177-48E7-9F2A-DBC14ADAC4FB}"/>
    <pc:docChg chg="undo custSel addSld delSld modSld sldOrd">
      <pc:chgData name="Filip Kristensen (adjunkt – fikr@eaaa.dk)" userId="2b9cd1d2-4abb-4c46-b541-aa0163216534" providerId="ADAL" clId="{E75D55DF-B177-48E7-9F2A-DBC14ADAC4FB}" dt="2026-01-22T07:03:20.698" v="1462" actId="26606"/>
      <pc:docMkLst>
        <pc:docMk/>
      </pc:docMkLst>
      <pc:sldChg chg="addSp modSp mod setBg">
        <pc:chgData name="Filip Kristensen (adjunkt – fikr@eaaa.dk)" userId="2b9cd1d2-4abb-4c46-b541-aa0163216534" providerId="ADAL" clId="{E75D55DF-B177-48E7-9F2A-DBC14ADAC4FB}" dt="2026-01-22T06:59:06.509" v="1311" actId="26606"/>
        <pc:sldMkLst>
          <pc:docMk/>
          <pc:sldMk cId="4260134756" sldId="260"/>
        </pc:sldMkLst>
        <pc:spChg chg="mod">
          <ac:chgData name="Filip Kristensen (adjunkt – fikr@eaaa.dk)" userId="2b9cd1d2-4abb-4c46-b541-aa0163216534" providerId="ADAL" clId="{E75D55DF-B177-48E7-9F2A-DBC14ADAC4FB}" dt="2026-01-22T06:59:06.509" v="1311" actId="26606"/>
          <ac:spMkLst>
            <pc:docMk/>
            <pc:sldMk cId="4260134756" sldId="260"/>
            <ac:spMk id="2" creationId="{536D112D-B6EB-FE24-C503-38952C304BEB}"/>
          </ac:spMkLst>
        </pc:spChg>
        <pc:spChg chg="mod">
          <ac:chgData name="Filip Kristensen (adjunkt – fikr@eaaa.dk)" userId="2b9cd1d2-4abb-4c46-b541-aa0163216534" providerId="ADAL" clId="{E75D55DF-B177-48E7-9F2A-DBC14ADAC4FB}" dt="2026-01-22T06:59:06.509" v="1311" actId="26606"/>
          <ac:spMkLst>
            <pc:docMk/>
            <pc:sldMk cId="4260134756" sldId="260"/>
            <ac:spMk id="3" creationId="{59CF7220-6D57-7701-A290-736CB0244C3E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9:06.509" v="1311" actId="26606"/>
          <ac:spMkLst>
            <pc:docMk/>
            <pc:sldMk cId="4260134756" sldId="260"/>
            <ac:spMk id="3079" creationId="{743AA782-23D1-4521-8CAD-47662984AA08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9:06.509" v="1311" actId="26606"/>
          <ac:spMkLst>
            <pc:docMk/>
            <pc:sldMk cId="4260134756" sldId="260"/>
            <ac:spMk id="3081" creationId="{71877DBC-BB60-40F0-AC93-2ACDBAAE60CE}"/>
          </ac:spMkLst>
        </pc:spChg>
        <pc:picChg chg="add mod">
          <ac:chgData name="Filip Kristensen (adjunkt – fikr@eaaa.dk)" userId="2b9cd1d2-4abb-4c46-b541-aa0163216534" providerId="ADAL" clId="{E75D55DF-B177-48E7-9F2A-DBC14ADAC4FB}" dt="2026-01-22T06:59:06.509" v="1311" actId="26606"/>
          <ac:picMkLst>
            <pc:docMk/>
            <pc:sldMk cId="4260134756" sldId="260"/>
            <ac:picMk id="3074" creationId="{3A555A17-BA76-F41C-09CC-C3C4602F641D}"/>
          </ac:picMkLst>
        </pc:picChg>
      </pc:sldChg>
      <pc:sldChg chg="modSp mod">
        <pc:chgData name="Filip Kristensen (adjunkt – fikr@eaaa.dk)" userId="2b9cd1d2-4abb-4c46-b541-aa0163216534" providerId="ADAL" clId="{E75D55DF-B177-48E7-9F2A-DBC14ADAC4FB}" dt="2026-01-20T13:46:19.629" v="850" actId="113"/>
        <pc:sldMkLst>
          <pc:docMk/>
          <pc:sldMk cId="3597392585" sldId="262"/>
        </pc:sldMkLst>
        <pc:spChg chg="mod">
          <ac:chgData name="Filip Kristensen (adjunkt – fikr@eaaa.dk)" userId="2b9cd1d2-4abb-4c46-b541-aa0163216534" providerId="ADAL" clId="{E75D55DF-B177-48E7-9F2A-DBC14ADAC4FB}" dt="2026-01-20T13:46:19.629" v="850" actId="113"/>
          <ac:spMkLst>
            <pc:docMk/>
            <pc:sldMk cId="3597392585" sldId="262"/>
            <ac:spMk id="3" creationId="{D00F1548-7BCB-C708-93CC-78A095EAB6F5}"/>
          </ac:spMkLst>
        </pc:spChg>
      </pc:sldChg>
      <pc:sldChg chg="addSp delSp modSp mod setBg">
        <pc:chgData name="Filip Kristensen (adjunkt – fikr@eaaa.dk)" userId="2b9cd1d2-4abb-4c46-b541-aa0163216534" providerId="ADAL" clId="{E75D55DF-B177-48E7-9F2A-DBC14ADAC4FB}" dt="2026-01-22T06:55:29.625" v="1263" actId="26606"/>
        <pc:sldMkLst>
          <pc:docMk/>
          <pc:sldMk cId="1178654571" sldId="263"/>
        </pc:sldMkLst>
        <pc:spChg chg="mod">
          <ac:chgData name="Filip Kristensen (adjunkt – fikr@eaaa.dk)" userId="2b9cd1d2-4abb-4c46-b541-aa0163216534" providerId="ADAL" clId="{E75D55DF-B177-48E7-9F2A-DBC14ADAC4FB}" dt="2026-01-22T06:55:29.625" v="1263" actId="26606"/>
          <ac:spMkLst>
            <pc:docMk/>
            <pc:sldMk cId="1178654571" sldId="263"/>
            <ac:spMk id="2" creationId="{ECD7D96D-1176-CE5D-6633-D9D760386B02}"/>
          </ac:spMkLst>
        </pc:spChg>
        <pc:spChg chg="mod">
          <ac:chgData name="Filip Kristensen (adjunkt – fikr@eaaa.dk)" userId="2b9cd1d2-4abb-4c46-b541-aa0163216534" providerId="ADAL" clId="{E75D55DF-B177-48E7-9F2A-DBC14ADAC4FB}" dt="2026-01-22T06:55:29.625" v="1263" actId="26606"/>
          <ac:spMkLst>
            <pc:docMk/>
            <pc:sldMk cId="1178654571" sldId="263"/>
            <ac:spMk id="3" creationId="{6829F92C-CD26-4D1D-7C5F-CBEB8F69E9EF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5:29.619" v="1262" actId="26606"/>
          <ac:spMkLst>
            <pc:docMk/>
            <pc:sldMk cId="1178654571" sldId="263"/>
            <ac:spMk id="1031" creationId="{058A14AF-9FB5-4CC7-BA35-E8E85D3EDF0E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5:29.619" v="1262" actId="26606"/>
          <ac:spMkLst>
            <pc:docMk/>
            <pc:sldMk cId="1178654571" sldId="263"/>
            <ac:spMk id="1033" creationId="{3A9A4357-BD1D-4622-A4FE-766E6AB8DE8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5:29.619" v="1262" actId="26606"/>
          <ac:spMkLst>
            <pc:docMk/>
            <pc:sldMk cId="1178654571" sldId="263"/>
            <ac:spMk id="1035" creationId="{E659831F-0D9A-4C63-9EBB-8435B85A440F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5:29.619" v="1262" actId="26606"/>
          <ac:spMkLst>
            <pc:docMk/>
            <pc:sldMk cId="1178654571" sldId="263"/>
            <ac:spMk id="1037" creationId="{E6995CE5-F890-4ABA-82A2-26507CE8D2A3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5:29.625" v="1263" actId="26606"/>
          <ac:spMkLst>
            <pc:docMk/>
            <pc:sldMk cId="1178654571" sldId="263"/>
            <ac:spMk id="1039" creationId="{743AA782-23D1-4521-8CAD-47662984AA08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5:29.625" v="1263" actId="26606"/>
          <ac:spMkLst>
            <pc:docMk/>
            <pc:sldMk cId="1178654571" sldId="263"/>
            <ac:spMk id="1040" creationId="{71877DBC-BB60-40F0-AC93-2ACDBAAE60CE}"/>
          </ac:spMkLst>
        </pc:spChg>
        <pc:picChg chg="add mod">
          <ac:chgData name="Filip Kristensen (adjunkt – fikr@eaaa.dk)" userId="2b9cd1d2-4abb-4c46-b541-aa0163216534" providerId="ADAL" clId="{E75D55DF-B177-48E7-9F2A-DBC14ADAC4FB}" dt="2026-01-22T06:55:29.625" v="1263" actId="26606"/>
          <ac:picMkLst>
            <pc:docMk/>
            <pc:sldMk cId="1178654571" sldId="263"/>
            <ac:picMk id="1026" creationId="{81BB8D8A-BEC9-5761-992F-F42018FF3477}"/>
          </ac:picMkLst>
        </pc:picChg>
      </pc:sldChg>
      <pc:sldChg chg="addSp modSp mod setBg">
        <pc:chgData name="Filip Kristensen (adjunkt – fikr@eaaa.dk)" userId="2b9cd1d2-4abb-4c46-b541-aa0163216534" providerId="ADAL" clId="{E75D55DF-B177-48E7-9F2A-DBC14ADAC4FB}" dt="2026-01-22T07:00:05.725" v="1327" actId="26606"/>
        <pc:sldMkLst>
          <pc:docMk/>
          <pc:sldMk cId="2633121215" sldId="269"/>
        </pc:sldMkLst>
        <pc:spChg chg="mod">
          <ac:chgData name="Filip Kristensen (adjunkt – fikr@eaaa.dk)" userId="2b9cd1d2-4abb-4c46-b541-aa0163216534" providerId="ADAL" clId="{E75D55DF-B177-48E7-9F2A-DBC14ADAC4FB}" dt="2026-01-22T07:00:05.725" v="1327" actId="26606"/>
          <ac:spMkLst>
            <pc:docMk/>
            <pc:sldMk cId="2633121215" sldId="269"/>
            <ac:spMk id="2" creationId="{72E61A55-D862-7F35-8F4A-200E4147F052}"/>
          </ac:spMkLst>
        </pc:spChg>
        <pc:spChg chg="mod">
          <ac:chgData name="Filip Kristensen (adjunkt – fikr@eaaa.dk)" userId="2b9cd1d2-4abb-4c46-b541-aa0163216534" providerId="ADAL" clId="{E75D55DF-B177-48E7-9F2A-DBC14ADAC4FB}" dt="2026-01-22T07:00:05.725" v="1327" actId="26606"/>
          <ac:spMkLst>
            <pc:docMk/>
            <pc:sldMk cId="2633121215" sldId="269"/>
            <ac:spMk id="3" creationId="{558BC78C-12B6-7CD4-AD67-E5BDB3234059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0:05.725" v="1327" actId="26606"/>
          <ac:spMkLst>
            <pc:docMk/>
            <pc:sldMk cId="2633121215" sldId="269"/>
            <ac:spMk id="9" creationId="{9F7D5CDA-D291-4307-BF55-1381FED29634}"/>
          </ac:spMkLst>
        </pc:spChg>
        <pc:picChg chg="add">
          <ac:chgData name="Filip Kristensen (adjunkt – fikr@eaaa.dk)" userId="2b9cd1d2-4abb-4c46-b541-aa0163216534" providerId="ADAL" clId="{E75D55DF-B177-48E7-9F2A-DBC14ADAC4FB}" dt="2026-01-22T07:00:05.725" v="1327" actId="26606"/>
          <ac:picMkLst>
            <pc:docMk/>
            <pc:sldMk cId="2633121215" sldId="269"/>
            <ac:picMk id="5" creationId="{39C2FC5E-7DE6-1696-3345-58667C43ACF2}"/>
          </ac:picMkLst>
        </pc:picChg>
      </pc:sldChg>
      <pc:sldChg chg="addSp delSp modSp mod setBg">
        <pc:chgData name="Filip Kristensen (adjunkt – fikr@eaaa.dk)" userId="2b9cd1d2-4abb-4c46-b541-aa0163216534" providerId="ADAL" clId="{E75D55DF-B177-48E7-9F2A-DBC14ADAC4FB}" dt="2026-01-22T07:00:51.923" v="1333" actId="26606"/>
        <pc:sldMkLst>
          <pc:docMk/>
          <pc:sldMk cId="414640402" sldId="270"/>
        </pc:sldMkLst>
        <pc:spChg chg="mod">
          <ac:chgData name="Filip Kristensen (adjunkt – fikr@eaaa.dk)" userId="2b9cd1d2-4abb-4c46-b541-aa0163216534" providerId="ADAL" clId="{E75D55DF-B177-48E7-9F2A-DBC14ADAC4FB}" dt="2026-01-22T07:00:51.923" v="1333" actId="26606"/>
          <ac:spMkLst>
            <pc:docMk/>
            <pc:sldMk cId="414640402" sldId="270"/>
            <ac:spMk id="2" creationId="{86A86DE8-A866-A7BA-0ECB-F1F421CE269D}"/>
          </ac:spMkLst>
        </pc:spChg>
        <pc:spChg chg="add del mod">
          <ac:chgData name="Filip Kristensen (adjunkt – fikr@eaaa.dk)" userId="2b9cd1d2-4abb-4c46-b541-aa0163216534" providerId="ADAL" clId="{E75D55DF-B177-48E7-9F2A-DBC14ADAC4FB}" dt="2026-01-22T07:00:51.923" v="1333" actId="26606"/>
          <ac:spMkLst>
            <pc:docMk/>
            <pc:sldMk cId="414640402" sldId="270"/>
            <ac:spMk id="3" creationId="{C295C0D2-22FE-748E-0FC7-963CED85AD15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0:51.923" v="1333" actId="26606"/>
          <ac:spMkLst>
            <pc:docMk/>
            <pc:sldMk cId="414640402" sldId="270"/>
            <ac:spMk id="8" creationId="{9F7D5CDA-D291-4307-BF55-1381FED2963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0:22.170" v="1329" actId="26606"/>
          <ac:spMkLst>
            <pc:docMk/>
            <pc:sldMk cId="414640402" sldId="270"/>
            <ac:spMk id="9" creationId="{81D377EB-C9D2-4ED0-86A6-740A297E3EAC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0:35.423" v="1331" actId="26606"/>
          <ac:spMkLst>
            <pc:docMk/>
            <pc:sldMk cId="414640402" sldId="270"/>
            <ac:spMk id="10" creationId="{60E9A6ED-B880-44EA-8D60-C9D3C82CCBD2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0:22.170" v="1329" actId="26606"/>
          <ac:spMkLst>
            <pc:docMk/>
            <pc:sldMk cId="414640402" sldId="270"/>
            <ac:spMk id="11" creationId="{066346BE-FDB4-4772-A696-0719490ABD6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0:22.170" v="1329" actId="26606"/>
          <ac:spMkLst>
            <pc:docMk/>
            <pc:sldMk cId="414640402" sldId="270"/>
            <ac:spMk id="13" creationId="{FB92FFCE-0C90-454E-AA25-D4EE9A6C39C5}"/>
          </ac:spMkLst>
        </pc:spChg>
        <pc:graphicFrameChg chg="add del">
          <ac:chgData name="Filip Kristensen (adjunkt – fikr@eaaa.dk)" userId="2b9cd1d2-4abb-4c46-b541-aa0163216534" providerId="ADAL" clId="{E75D55DF-B177-48E7-9F2A-DBC14ADAC4FB}" dt="2026-01-22T07:00:22.170" v="1329" actId="26606"/>
          <ac:graphicFrameMkLst>
            <pc:docMk/>
            <pc:sldMk cId="414640402" sldId="270"/>
            <ac:graphicFrameMk id="5" creationId="{F019DA27-C13E-DF98-3FD9-D50B53189397}"/>
          </ac:graphicFrameMkLst>
        </pc:graphicFrameChg>
        <pc:graphicFrameChg chg="add del">
          <ac:chgData name="Filip Kristensen (adjunkt – fikr@eaaa.dk)" userId="2b9cd1d2-4abb-4c46-b541-aa0163216534" providerId="ADAL" clId="{E75D55DF-B177-48E7-9F2A-DBC14ADAC4FB}" dt="2026-01-22T07:00:35.423" v="1331" actId="26606"/>
          <ac:graphicFrameMkLst>
            <pc:docMk/>
            <pc:sldMk cId="414640402" sldId="270"/>
            <ac:graphicFrameMk id="7" creationId="{7DBF5EDA-770C-1974-98A7-C97BEFC452D9}"/>
          </ac:graphicFrameMkLst>
        </pc:graphicFrameChg>
        <pc:picChg chg="add mod">
          <ac:chgData name="Filip Kristensen (adjunkt – fikr@eaaa.dk)" userId="2b9cd1d2-4abb-4c46-b541-aa0163216534" providerId="ADAL" clId="{E75D55DF-B177-48E7-9F2A-DBC14ADAC4FB}" dt="2026-01-22T07:00:51.923" v="1333" actId="26606"/>
          <ac:picMkLst>
            <pc:docMk/>
            <pc:sldMk cId="414640402" sldId="270"/>
            <ac:picMk id="4" creationId="{5662A70F-1C76-EFC4-B03A-3AC813A73A3C}"/>
          </ac:picMkLst>
        </pc:picChg>
        <pc:picChg chg="add del">
          <ac:chgData name="Filip Kristensen (adjunkt – fikr@eaaa.dk)" userId="2b9cd1d2-4abb-4c46-b541-aa0163216534" providerId="ADAL" clId="{E75D55DF-B177-48E7-9F2A-DBC14ADAC4FB}" dt="2026-01-22T07:00:35.423" v="1331" actId="26606"/>
          <ac:picMkLst>
            <pc:docMk/>
            <pc:sldMk cId="414640402" sldId="270"/>
            <ac:picMk id="6" creationId="{A452A952-DD37-197F-22E4-80A7EB1791BD}"/>
          </ac:picMkLst>
        </pc:picChg>
      </pc:sldChg>
      <pc:sldChg chg="addSp modSp mod setBg">
        <pc:chgData name="Filip Kristensen (adjunkt – fikr@eaaa.dk)" userId="2b9cd1d2-4abb-4c46-b541-aa0163216534" providerId="ADAL" clId="{E75D55DF-B177-48E7-9F2A-DBC14ADAC4FB}" dt="2026-01-22T07:01:57.554" v="1447" actId="26606"/>
        <pc:sldMkLst>
          <pc:docMk/>
          <pc:sldMk cId="1613354705" sldId="271"/>
        </pc:sldMkLst>
        <pc:spChg chg="mod">
          <ac:chgData name="Filip Kristensen (adjunkt – fikr@eaaa.dk)" userId="2b9cd1d2-4abb-4c46-b541-aa0163216534" providerId="ADAL" clId="{E75D55DF-B177-48E7-9F2A-DBC14ADAC4FB}" dt="2026-01-22T07:01:57.554" v="1447" actId="26606"/>
          <ac:spMkLst>
            <pc:docMk/>
            <pc:sldMk cId="1613354705" sldId="271"/>
            <ac:spMk id="2" creationId="{3F70868C-E518-2EAF-5A4D-16688DD78238}"/>
          </ac:spMkLst>
        </pc:spChg>
        <pc:spChg chg="mod">
          <ac:chgData name="Filip Kristensen (adjunkt – fikr@eaaa.dk)" userId="2b9cd1d2-4abb-4c46-b541-aa0163216534" providerId="ADAL" clId="{E75D55DF-B177-48E7-9F2A-DBC14ADAC4FB}" dt="2026-01-22T07:01:57.554" v="1447" actId="26606"/>
          <ac:spMkLst>
            <pc:docMk/>
            <pc:sldMk cId="1613354705" sldId="271"/>
            <ac:spMk id="3" creationId="{D4A71DED-1761-2263-E9C1-212E4954EC8C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1:57.554" v="1447" actId="26606"/>
          <ac:spMkLst>
            <pc:docMk/>
            <pc:sldMk cId="1613354705" sldId="271"/>
            <ac:spMk id="9" creationId="{9F7D5CDA-D291-4307-BF55-1381FED29634}"/>
          </ac:spMkLst>
        </pc:spChg>
        <pc:picChg chg="add">
          <ac:chgData name="Filip Kristensen (adjunkt – fikr@eaaa.dk)" userId="2b9cd1d2-4abb-4c46-b541-aa0163216534" providerId="ADAL" clId="{E75D55DF-B177-48E7-9F2A-DBC14ADAC4FB}" dt="2026-01-22T07:01:57.554" v="1447" actId="26606"/>
          <ac:picMkLst>
            <pc:docMk/>
            <pc:sldMk cId="1613354705" sldId="271"/>
            <ac:picMk id="5" creationId="{3E338E9B-688B-094C-4B4E-70F12A3F5039}"/>
          </ac:picMkLst>
        </pc:picChg>
      </pc:sldChg>
      <pc:sldChg chg="addSp modSp mod setBg">
        <pc:chgData name="Filip Kristensen (adjunkt – fikr@eaaa.dk)" userId="2b9cd1d2-4abb-4c46-b541-aa0163216534" providerId="ADAL" clId="{E75D55DF-B177-48E7-9F2A-DBC14ADAC4FB}" dt="2026-01-22T07:02:14.735" v="1449" actId="26606"/>
        <pc:sldMkLst>
          <pc:docMk/>
          <pc:sldMk cId="3267611674" sldId="272"/>
        </pc:sldMkLst>
        <pc:spChg chg="mod">
          <ac:chgData name="Filip Kristensen (adjunkt – fikr@eaaa.dk)" userId="2b9cd1d2-4abb-4c46-b541-aa0163216534" providerId="ADAL" clId="{E75D55DF-B177-48E7-9F2A-DBC14ADAC4FB}" dt="2026-01-22T07:02:14.735" v="1449" actId="26606"/>
          <ac:spMkLst>
            <pc:docMk/>
            <pc:sldMk cId="3267611674" sldId="272"/>
            <ac:spMk id="2" creationId="{0E7C7465-060E-8B52-092D-24D4CAAF016C}"/>
          </ac:spMkLst>
        </pc:spChg>
        <pc:spChg chg="mod">
          <ac:chgData name="Filip Kristensen (adjunkt – fikr@eaaa.dk)" userId="2b9cd1d2-4abb-4c46-b541-aa0163216534" providerId="ADAL" clId="{E75D55DF-B177-48E7-9F2A-DBC14ADAC4FB}" dt="2026-01-22T07:02:14.735" v="1449" actId="26606"/>
          <ac:spMkLst>
            <pc:docMk/>
            <pc:sldMk cId="3267611674" sldId="272"/>
            <ac:spMk id="3" creationId="{8819F46B-5B44-71F9-A8AF-F16500550BB7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2:14.735" v="1449" actId="26606"/>
          <ac:spMkLst>
            <pc:docMk/>
            <pc:sldMk cId="3267611674" sldId="272"/>
            <ac:spMk id="9" creationId="{9F7D5CDA-D291-4307-BF55-1381FED29634}"/>
          </ac:spMkLst>
        </pc:spChg>
        <pc:picChg chg="add mod">
          <ac:chgData name="Filip Kristensen (adjunkt – fikr@eaaa.dk)" userId="2b9cd1d2-4abb-4c46-b541-aa0163216534" providerId="ADAL" clId="{E75D55DF-B177-48E7-9F2A-DBC14ADAC4FB}" dt="2026-01-22T07:02:14.735" v="1449" actId="26606"/>
          <ac:picMkLst>
            <pc:docMk/>
            <pc:sldMk cId="3267611674" sldId="272"/>
            <ac:picMk id="4" creationId="{BACBC5B5-A040-EE8B-E73B-EDA6BD076311}"/>
          </ac:picMkLst>
        </pc:picChg>
      </pc:sldChg>
      <pc:sldChg chg="addSp delSp modSp mod setBg">
        <pc:chgData name="Filip Kristensen (adjunkt – fikr@eaaa.dk)" userId="2b9cd1d2-4abb-4c46-b541-aa0163216534" providerId="ADAL" clId="{E75D55DF-B177-48E7-9F2A-DBC14ADAC4FB}" dt="2026-01-22T07:03:14.122" v="1461" actId="26606"/>
        <pc:sldMkLst>
          <pc:docMk/>
          <pc:sldMk cId="290350268" sldId="273"/>
        </pc:sldMkLst>
        <pc:spChg chg="mod">
          <ac:chgData name="Filip Kristensen (adjunkt – fikr@eaaa.dk)" userId="2b9cd1d2-4abb-4c46-b541-aa0163216534" providerId="ADAL" clId="{E75D55DF-B177-48E7-9F2A-DBC14ADAC4FB}" dt="2026-01-22T07:03:14.122" v="1461" actId="26606"/>
          <ac:spMkLst>
            <pc:docMk/>
            <pc:sldMk cId="290350268" sldId="273"/>
            <ac:spMk id="2" creationId="{6D3E1482-1D75-A4B7-2B3F-304FFCDCDDB5}"/>
          </ac:spMkLst>
        </pc:spChg>
        <pc:spChg chg="mod ord">
          <ac:chgData name="Filip Kristensen (adjunkt – fikr@eaaa.dk)" userId="2b9cd1d2-4abb-4c46-b541-aa0163216534" providerId="ADAL" clId="{E75D55DF-B177-48E7-9F2A-DBC14ADAC4FB}" dt="2026-01-22T07:03:14.122" v="1461" actId="26606"/>
          <ac:spMkLst>
            <pc:docMk/>
            <pc:sldMk cId="290350268" sldId="273"/>
            <ac:spMk id="3" creationId="{AE821850-CF25-4611-5830-93AE1BE55C9A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3:14.122" v="1461" actId="26606"/>
          <ac:spMkLst>
            <pc:docMk/>
            <pc:sldMk cId="290350268" sldId="273"/>
            <ac:spMk id="4103" creationId="{9F7D5CDA-D291-4307-BF55-1381FED2963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3:08.692" v="1458" actId="26606"/>
          <ac:spMkLst>
            <pc:docMk/>
            <pc:sldMk cId="290350268" sldId="273"/>
            <ac:spMk id="4108" creationId="{9F7D5CDA-D291-4307-BF55-1381FED2963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3:14.119" v="1460" actId="26606"/>
          <ac:spMkLst>
            <pc:docMk/>
            <pc:sldMk cId="290350268" sldId="273"/>
            <ac:spMk id="4110" creationId="{650D18FE-0824-4A46-B22C-A86B52E5780A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3:14.119" v="1460" actId="26606"/>
          <ac:spMkLst>
            <pc:docMk/>
            <pc:sldMk cId="290350268" sldId="273"/>
            <ac:spMk id="4111" creationId="{743AA782-23D1-4521-8CAD-47662984AA08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3:14.122" v="1461" actId="26606"/>
          <ac:spMkLst>
            <pc:docMk/>
            <pc:sldMk cId="290350268" sldId="273"/>
            <ac:spMk id="4113" creationId="{B210AC1D-4063-4C6E-9528-FA9C4C0C18E6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3:14.122" v="1461" actId="26606"/>
          <ac:spMkLst>
            <pc:docMk/>
            <pc:sldMk cId="290350268" sldId="273"/>
            <ac:spMk id="4114" creationId="{02F8C595-E68C-4306-AED8-DC7826A0A506}"/>
          </ac:spMkLst>
        </pc:spChg>
        <pc:picChg chg="add del mod">
          <ac:chgData name="Filip Kristensen (adjunkt – fikr@eaaa.dk)" userId="2b9cd1d2-4abb-4c46-b541-aa0163216534" providerId="ADAL" clId="{E75D55DF-B177-48E7-9F2A-DBC14ADAC4FB}" dt="2026-01-22T07:03:00.142" v="1454" actId="478"/>
          <ac:picMkLst>
            <pc:docMk/>
            <pc:sldMk cId="290350268" sldId="273"/>
            <ac:picMk id="4098" creationId="{00A9831E-ACEE-30FB-8305-B2976C565A90}"/>
          </ac:picMkLst>
        </pc:picChg>
        <pc:picChg chg="add mod">
          <ac:chgData name="Filip Kristensen (adjunkt – fikr@eaaa.dk)" userId="2b9cd1d2-4abb-4c46-b541-aa0163216534" providerId="ADAL" clId="{E75D55DF-B177-48E7-9F2A-DBC14ADAC4FB}" dt="2026-01-22T07:03:14.122" v="1461" actId="26606"/>
          <ac:picMkLst>
            <pc:docMk/>
            <pc:sldMk cId="290350268" sldId="273"/>
            <ac:picMk id="4100" creationId="{8AB0C801-453C-7C7A-25A1-631B1C0BEA7C}"/>
          </ac:picMkLst>
        </pc:picChg>
      </pc:sldChg>
      <pc:sldChg chg="addSp modSp mod setBg">
        <pc:chgData name="Filip Kristensen (adjunkt – fikr@eaaa.dk)" userId="2b9cd1d2-4abb-4c46-b541-aa0163216534" providerId="ADAL" clId="{E75D55DF-B177-48E7-9F2A-DBC14ADAC4FB}" dt="2026-01-22T07:03:20.698" v="1462" actId="26606"/>
        <pc:sldMkLst>
          <pc:docMk/>
          <pc:sldMk cId="2484807179" sldId="274"/>
        </pc:sldMkLst>
        <pc:spChg chg="mod">
          <ac:chgData name="Filip Kristensen (adjunkt – fikr@eaaa.dk)" userId="2b9cd1d2-4abb-4c46-b541-aa0163216534" providerId="ADAL" clId="{E75D55DF-B177-48E7-9F2A-DBC14ADAC4FB}" dt="2026-01-22T07:03:20.698" v="1462" actId="26606"/>
          <ac:spMkLst>
            <pc:docMk/>
            <pc:sldMk cId="2484807179" sldId="274"/>
            <ac:spMk id="2" creationId="{B70F9EB6-E9C6-CD33-6AD0-D3506E897E4C}"/>
          </ac:spMkLst>
        </pc:spChg>
        <pc:spChg chg="mod">
          <ac:chgData name="Filip Kristensen (adjunkt – fikr@eaaa.dk)" userId="2b9cd1d2-4abb-4c46-b541-aa0163216534" providerId="ADAL" clId="{E75D55DF-B177-48E7-9F2A-DBC14ADAC4FB}" dt="2026-01-22T07:03:20.698" v="1462" actId="26606"/>
          <ac:spMkLst>
            <pc:docMk/>
            <pc:sldMk cId="2484807179" sldId="274"/>
            <ac:spMk id="3" creationId="{EC68B2DE-26BA-7E1C-B851-672B658D6BB6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3:20.698" v="1462" actId="26606"/>
          <ac:spMkLst>
            <pc:docMk/>
            <pc:sldMk cId="2484807179" sldId="274"/>
            <ac:spMk id="9" creationId="{9F7D5CDA-D291-4307-BF55-1381FED29634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3:20.698" v="1462" actId="26606"/>
          <ac:spMkLst>
            <pc:docMk/>
            <pc:sldMk cId="2484807179" sldId="274"/>
            <ac:spMk id="11" creationId="{59B296B9-C5A5-4E4F-9B60-C907B5F1466C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3:20.698" v="1462" actId="26606"/>
          <ac:spMkLst>
            <pc:docMk/>
            <pc:sldMk cId="2484807179" sldId="274"/>
            <ac:spMk id="13" creationId="{D0300FD3-5AF1-6305-15FA-9078072672E2}"/>
          </ac:spMkLst>
        </pc:spChg>
        <pc:picChg chg="add">
          <ac:chgData name="Filip Kristensen (adjunkt – fikr@eaaa.dk)" userId="2b9cd1d2-4abb-4c46-b541-aa0163216534" providerId="ADAL" clId="{E75D55DF-B177-48E7-9F2A-DBC14ADAC4FB}" dt="2026-01-22T07:03:20.698" v="1462" actId="26606"/>
          <ac:picMkLst>
            <pc:docMk/>
            <pc:sldMk cId="2484807179" sldId="274"/>
            <ac:picMk id="5" creationId="{CF8C9EF0-163E-B620-B678-C7F5AA1FA0D4}"/>
          </ac:picMkLst>
        </pc:picChg>
      </pc:sldChg>
      <pc:sldChg chg="modSp mod">
        <pc:chgData name="Filip Kristensen (adjunkt – fikr@eaaa.dk)" userId="2b9cd1d2-4abb-4c46-b541-aa0163216534" providerId="ADAL" clId="{E75D55DF-B177-48E7-9F2A-DBC14ADAC4FB}" dt="2026-01-22T06:16:01.182" v="1002" actId="27636"/>
        <pc:sldMkLst>
          <pc:docMk/>
          <pc:sldMk cId="1489799811" sldId="289"/>
        </pc:sldMkLst>
        <pc:spChg chg="mod">
          <ac:chgData name="Filip Kristensen (adjunkt – fikr@eaaa.dk)" userId="2b9cd1d2-4abb-4c46-b541-aa0163216534" providerId="ADAL" clId="{E75D55DF-B177-48E7-9F2A-DBC14ADAC4FB}" dt="2026-01-22T06:16:01.182" v="1002" actId="27636"/>
          <ac:spMkLst>
            <pc:docMk/>
            <pc:sldMk cId="1489799811" sldId="289"/>
            <ac:spMk id="3" creationId="{10DCE99C-2AE0-D119-9D1A-50563A97BA95}"/>
          </ac:spMkLst>
        </pc:spChg>
      </pc:sldChg>
      <pc:sldChg chg="addSp delSp modSp mod ord setBg">
        <pc:chgData name="Filip Kristensen (adjunkt – fikr@eaaa.dk)" userId="2b9cd1d2-4abb-4c46-b541-aa0163216534" providerId="ADAL" clId="{E75D55DF-B177-48E7-9F2A-DBC14ADAC4FB}" dt="2026-01-22T07:01:09.415" v="1338" actId="26606"/>
        <pc:sldMkLst>
          <pc:docMk/>
          <pc:sldMk cId="3175265392" sldId="318"/>
        </pc:sldMkLst>
        <pc:spChg chg="mod">
          <ac:chgData name="Filip Kristensen (adjunkt – fikr@eaaa.dk)" userId="2b9cd1d2-4abb-4c46-b541-aa0163216534" providerId="ADAL" clId="{E75D55DF-B177-48E7-9F2A-DBC14ADAC4FB}" dt="2026-01-22T07:01:09.415" v="1338" actId="26606"/>
          <ac:spMkLst>
            <pc:docMk/>
            <pc:sldMk cId="3175265392" sldId="318"/>
            <ac:spMk id="2" creationId="{82E4BB2A-4C3A-BA11-5F74-EFED72A93F33}"/>
          </ac:spMkLst>
        </pc:spChg>
        <pc:spChg chg="mod">
          <ac:chgData name="Filip Kristensen (adjunkt – fikr@eaaa.dk)" userId="2b9cd1d2-4abb-4c46-b541-aa0163216534" providerId="ADAL" clId="{E75D55DF-B177-48E7-9F2A-DBC14ADAC4FB}" dt="2026-01-22T07:01:09.415" v="1338" actId="26606"/>
          <ac:spMkLst>
            <pc:docMk/>
            <pc:sldMk cId="3175265392" sldId="318"/>
            <ac:spMk id="3" creationId="{9D4B1EFF-C541-8060-6897-50E96E2A19A5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1:04.001" v="1335" actId="26606"/>
          <ac:spMkLst>
            <pc:docMk/>
            <pc:sldMk cId="3175265392" sldId="318"/>
            <ac:spMk id="9" creationId="{9F7D5CDA-D291-4307-BF55-1381FED29634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1:09.389" v="1337" actId="26606"/>
          <ac:spMkLst>
            <pc:docMk/>
            <pc:sldMk cId="3175265392" sldId="318"/>
            <ac:spMk id="11" creationId="{E81BF4F6-F2CF-4984-9D14-D6966D92F99F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7:01:09.389" v="1337" actId="26606"/>
          <ac:spMkLst>
            <pc:docMk/>
            <pc:sldMk cId="3175265392" sldId="318"/>
            <ac:spMk id="12" creationId="{C0763A76-9F1C-4FC5-82B7-DD475DA461B2}"/>
          </ac:spMkLst>
        </pc:spChg>
        <pc:spChg chg="add">
          <ac:chgData name="Filip Kristensen (adjunkt – fikr@eaaa.dk)" userId="2b9cd1d2-4abb-4c46-b541-aa0163216534" providerId="ADAL" clId="{E75D55DF-B177-48E7-9F2A-DBC14ADAC4FB}" dt="2026-01-22T07:01:09.415" v="1338" actId="26606"/>
          <ac:spMkLst>
            <pc:docMk/>
            <pc:sldMk cId="3175265392" sldId="318"/>
            <ac:spMk id="15" creationId="{9F7D5CDA-D291-4307-BF55-1381FED29634}"/>
          </ac:spMkLst>
        </pc:spChg>
        <pc:picChg chg="add del">
          <ac:chgData name="Filip Kristensen (adjunkt – fikr@eaaa.dk)" userId="2b9cd1d2-4abb-4c46-b541-aa0163216534" providerId="ADAL" clId="{E75D55DF-B177-48E7-9F2A-DBC14ADAC4FB}" dt="2026-01-22T07:01:04.001" v="1335" actId="26606"/>
          <ac:picMkLst>
            <pc:docMk/>
            <pc:sldMk cId="3175265392" sldId="318"/>
            <ac:picMk id="5" creationId="{70FA1F87-0705-0D8D-4573-AC44CC7CDDBF}"/>
          </ac:picMkLst>
        </pc:picChg>
        <pc:picChg chg="add del">
          <ac:chgData name="Filip Kristensen (adjunkt – fikr@eaaa.dk)" userId="2b9cd1d2-4abb-4c46-b541-aa0163216534" providerId="ADAL" clId="{E75D55DF-B177-48E7-9F2A-DBC14ADAC4FB}" dt="2026-01-22T07:01:09.389" v="1337" actId="26606"/>
          <ac:picMkLst>
            <pc:docMk/>
            <pc:sldMk cId="3175265392" sldId="318"/>
            <ac:picMk id="13" creationId="{B41D4116-8E08-1FF1-6297-DBA4EBFF4E69}"/>
          </ac:picMkLst>
        </pc:picChg>
        <pc:picChg chg="add">
          <ac:chgData name="Filip Kristensen (adjunkt – fikr@eaaa.dk)" userId="2b9cd1d2-4abb-4c46-b541-aa0163216534" providerId="ADAL" clId="{E75D55DF-B177-48E7-9F2A-DBC14ADAC4FB}" dt="2026-01-22T07:01:09.415" v="1338" actId="26606"/>
          <ac:picMkLst>
            <pc:docMk/>
            <pc:sldMk cId="3175265392" sldId="318"/>
            <ac:picMk id="16" creationId="{70FA1F87-0705-0D8D-4573-AC44CC7CDDBF}"/>
          </ac:picMkLst>
        </pc:picChg>
      </pc:sldChg>
      <pc:sldChg chg="modSp mod">
        <pc:chgData name="Filip Kristensen (adjunkt – fikr@eaaa.dk)" userId="2b9cd1d2-4abb-4c46-b541-aa0163216534" providerId="ADAL" clId="{E75D55DF-B177-48E7-9F2A-DBC14ADAC4FB}" dt="2026-01-22T06:58:00.215" v="1308" actId="20577"/>
        <pc:sldMkLst>
          <pc:docMk/>
          <pc:sldMk cId="1008547144" sldId="319"/>
        </pc:sldMkLst>
        <pc:spChg chg="mod">
          <ac:chgData name="Filip Kristensen (adjunkt – fikr@eaaa.dk)" userId="2b9cd1d2-4abb-4c46-b541-aa0163216534" providerId="ADAL" clId="{E75D55DF-B177-48E7-9F2A-DBC14ADAC4FB}" dt="2026-01-22T06:58:00.215" v="1308" actId="20577"/>
          <ac:spMkLst>
            <pc:docMk/>
            <pc:sldMk cId="1008547144" sldId="319"/>
            <ac:spMk id="3" creationId="{0FA88F39-CFF5-C8A2-51BF-4B6F948D0D40}"/>
          </ac:spMkLst>
        </pc:spChg>
      </pc:sldChg>
      <pc:sldChg chg="addSp delSp modSp mod setBg">
        <pc:chgData name="Filip Kristensen (adjunkt – fikr@eaaa.dk)" userId="2b9cd1d2-4abb-4c46-b541-aa0163216534" providerId="ADAL" clId="{E75D55DF-B177-48E7-9F2A-DBC14ADAC4FB}" dt="2026-01-22T06:59:57.438" v="1326" actId="26606"/>
        <pc:sldMkLst>
          <pc:docMk/>
          <pc:sldMk cId="1185385396" sldId="321"/>
        </pc:sldMkLst>
        <pc:spChg chg="mod">
          <ac:chgData name="Filip Kristensen (adjunkt – fikr@eaaa.dk)" userId="2b9cd1d2-4abb-4c46-b541-aa0163216534" providerId="ADAL" clId="{E75D55DF-B177-48E7-9F2A-DBC14ADAC4FB}" dt="2026-01-22T06:59:57.438" v="1326" actId="26606"/>
          <ac:spMkLst>
            <pc:docMk/>
            <pc:sldMk cId="1185385396" sldId="321"/>
            <ac:spMk id="2" creationId="{9BD96418-741C-97D5-8EDA-6249C84E0DB9}"/>
          </ac:spMkLst>
        </pc:spChg>
        <pc:spChg chg="mod">
          <ac:chgData name="Filip Kristensen (adjunkt – fikr@eaaa.dk)" userId="2b9cd1d2-4abb-4c46-b541-aa0163216534" providerId="ADAL" clId="{E75D55DF-B177-48E7-9F2A-DBC14ADAC4FB}" dt="2026-01-22T06:59:57.438" v="1326" actId="26606"/>
          <ac:spMkLst>
            <pc:docMk/>
            <pc:sldMk cId="1185385396" sldId="321"/>
            <ac:spMk id="3" creationId="{245F0658-B38D-49BC-553B-952865AC6347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9:57.434" v="1325" actId="26606"/>
          <ac:spMkLst>
            <pc:docMk/>
            <pc:sldMk cId="1185385396" sldId="321"/>
            <ac:spMk id="8" creationId="{100EDD19-6802-4EC3-95CE-CFFAB042CFD6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9:57.438" v="1326" actId="26606"/>
          <ac:spMkLst>
            <pc:docMk/>
            <pc:sldMk cId="1185385396" sldId="321"/>
            <ac:spMk id="9" creationId="{C0763A76-9F1C-4FC5-82B7-DD475DA461B2}"/>
          </ac:spMkLst>
        </pc:spChg>
        <pc:spChg chg="add del">
          <ac:chgData name="Filip Kristensen (adjunkt – fikr@eaaa.dk)" userId="2b9cd1d2-4abb-4c46-b541-aa0163216534" providerId="ADAL" clId="{E75D55DF-B177-48E7-9F2A-DBC14ADAC4FB}" dt="2026-01-22T06:59:57.434" v="1325" actId="26606"/>
          <ac:spMkLst>
            <pc:docMk/>
            <pc:sldMk cId="1185385396" sldId="321"/>
            <ac:spMk id="10" creationId="{DB17E863-922E-4C26-BD64-E8FD41D28661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9:57.438" v="1326" actId="26606"/>
          <ac:spMkLst>
            <pc:docMk/>
            <pc:sldMk cId="1185385396" sldId="321"/>
            <ac:spMk id="11" creationId="{E81BF4F6-F2CF-4984-9D14-D6966D92F99F}"/>
          </ac:spMkLst>
        </pc:spChg>
        <pc:picChg chg="add">
          <ac:chgData name="Filip Kristensen (adjunkt – fikr@eaaa.dk)" userId="2b9cd1d2-4abb-4c46-b541-aa0163216534" providerId="ADAL" clId="{E75D55DF-B177-48E7-9F2A-DBC14ADAC4FB}" dt="2026-01-22T06:59:57.438" v="1326" actId="26606"/>
          <ac:picMkLst>
            <pc:docMk/>
            <pc:sldMk cId="1185385396" sldId="321"/>
            <ac:picMk id="5" creationId="{E0E06BAB-9346-F80B-1E83-3B0B2E77F92B}"/>
          </ac:picMkLst>
        </pc:picChg>
      </pc:sldChg>
      <pc:sldChg chg="addSp delSp modSp new mod">
        <pc:chgData name="Filip Kristensen (adjunkt – fikr@eaaa.dk)" userId="2b9cd1d2-4abb-4c46-b541-aa0163216534" providerId="ADAL" clId="{E75D55DF-B177-48E7-9F2A-DBC14ADAC4FB}" dt="2026-01-22T06:36:39.190" v="1158" actId="20577"/>
        <pc:sldMkLst>
          <pc:docMk/>
          <pc:sldMk cId="4221736818" sldId="325"/>
        </pc:sldMkLst>
        <pc:spChg chg="mod">
          <ac:chgData name="Filip Kristensen (adjunkt – fikr@eaaa.dk)" userId="2b9cd1d2-4abb-4c46-b541-aa0163216534" providerId="ADAL" clId="{E75D55DF-B177-48E7-9F2A-DBC14ADAC4FB}" dt="2026-01-22T06:36:39.190" v="1158" actId="20577"/>
          <ac:spMkLst>
            <pc:docMk/>
            <pc:sldMk cId="4221736818" sldId="325"/>
            <ac:spMk id="2" creationId="{9663670E-E62D-54FF-7FBD-F22E18EB5126}"/>
          </ac:spMkLst>
        </pc:spChg>
        <pc:spChg chg="del">
          <ac:chgData name="Filip Kristensen (adjunkt – fikr@eaaa.dk)" userId="2b9cd1d2-4abb-4c46-b541-aa0163216534" providerId="ADAL" clId="{E75D55DF-B177-48E7-9F2A-DBC14ADAC4FB}" dt="2026-01-22T06:35:22.713" v="1136"/>
          <ac:spMkLst>
            <pc:docMk/>
            <pc:sldMk cId="4221736818" sldId="325"/>
            <ac:spMk id="3" creationId="{6D851569-EB2F-DA6A-0CF5-2446B4AE8312}"/>
          </ac:spMkLst>
        </pc:spChg>
        <pc:picChg chg="add mod">
          <ac:chgData name="Filip Kristensen (adjunkt – fikr@eaaa.dk)" userId="2b9cd1d2-4abb-4c46-b541-aa0163216534" providerId="ADAL" clId="{E75D55DF-B177-48E7-9F2A-DBC14ADAC4FB}" dt="2026-01-22T06:36:33.011" v="1140" actId="1076"/>
          <ac:picMkLst>
            <pc:docMk/>
            <pc:sldMk cId="4221736818" sldId="325"/>
            <ac:picMk id="1026" creationId="{4E578345-6149-B61D-ECA8-D7F705C15CBB}"/>
          </ac:picMkLst>
        </pc:picChg>
      </pc:sldChg>
      <pc:sldChg chg="new del ord">
        <pc:chgData name="Filip Kristensen (adjunkt – fikr@eaaa.dk)" userId="2b9cd1d2-4abb-4c46-b541-aa0163216534" providerId="ADAL" clId="{E75D55DF-B177-48E7-9F2A-DBC14ADAC4FB}" dt="2026-01-22T06:36:59.198" v="1169" actId="680"/>
        <pc:sldMkLst>
          <pc:docMk/>
          <pc:sldMk cId="2414292040" sldId="326"/>
        </pc:sldMkLst>
      </pc:sldChg>
      <pc:sldChg chg="addSp delSp modSp new mod setBg">
        <pc:chgData name="Filip Kristensen (adjunkt – fikr@eaaa.dk)" userId="2b9cd1d2-4abb-4c46-b541-aa0163216534" providerId="ADAL" clId="{E75D55DF-B177-48E7-9F2A-DBC14ADAC4FB}" dt="2026-01-22T06:56:28.418" v="1272" actId="26606"/>
        <pc:sldMkLst>
          <pc:docMk/>
          <pc:sldMk cId="3818105317" sldId="326"/>
        </pc:sldMkLst>
        <pc:spChg chg="mod">
          <ac:chgData name="Filip Kristensen (adjunkt – fikr@eaaa.dk)" userId="2b9cd1d2-4abb-4c46-b541-aa0163216534" providerId="ADAL" clId="{E75D55DF-B177-48E7-9F2A-DBC14ADAC4FB}" dt="2026-01-22T06:56:28.418" v="1272" actId="26606"/>
          <ac:spMkLst>
            <pc:docMk/>
            <pc:sldMk cId="3818105317" sldId="326"/>
            <ac:spMk id="2" creationId="{731D143A-0909-977E-C22A-6ECFA53D62A8}"/>
          </ac:spMkLst>
        </pc:spChg>
        <pc:spChg chg="mod">
          <ac:chgData name="Filip Kristensen (adjunkt – fikr@eaaa.dk)" userId="2b9cd1d2-4abb-4c46-b541-aa0163216534" providerId="ADAL" clId="{E75D55DF-B177-48E7-9F2A-DBC14ADAC4FB}" dt="2026-01-22T06:56:28.418" v="1272" actId="26606"/>
          <ac:spMkLst>
            <pc:docMk/>
            <pc:sldMk cId="3818105317" sldId="326"/>
            <ac:spMk id="3" creationId="{2A5102D4-0C86-D911-5649-C7E7364FA95E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6:28.418" v="1272" actId="26606"/>
          <ac:spMkLst>
            <pc:docMk/>
            <pc:sldMk cId="3818105317" sldId="326"/>
            <ac:spMk id="2059" creationId="{743AA782-23D1-4521-8CAD-47662984AA08}"/>
          </ac:spMkLst>
        </pc:spChg>
        <pc:spChg chg="add">
          <ac:chgData name="Filip Kristensen (adjunkt – fikr@eaaa.dk)" userId="2b9cd1d2-4abb-4c46-b541-aa0163216534" providerId="ADAL" clId="{E75D55DF-B177-48E7-9F2A-DBC14ADAC4FB}" dt="2026-01-22T06:56:28.418" v="1272" actId="26606"/>
          <ac:spMkLst>
            <pc:docMk/>
            <pc:sldMk cId="3818105317" sldId="326"/>
            <ac:spMk id="2061" creationId="{71877DBC-BB60-40F0-AC93-2ACDBAAE60CE}"/>
          </ac:spMkLst>
        </pc:spChg>
        <pc:picChg chg="add del mod">
          <ac:chgData name="Filip Kristensen (adjunkt – fikr@eaaa.dk)" userId="2b9cd1d2-4abb-4c46-b541-aa0163216534" providerId="ADAL" clId="{E75D55DF-B177-48E7-9F2A-DBC14ADAC4FB}" dt="2026-01-22T06:56:22.866" v="1268" actId="478"/>
          <ac:picMkLst>
            <pc:docMk/>
            <pc:sldMk cId="3818105317" sldId="326"/>
            <ac:picMk id="2050" creationId="{687E1530-0BAC-2449-C9D8-F79DCBC54D52}"/>
          </ac:picMkLst>
        </pc:picChg>
        <pc:picChg chg="add del mod">
          <ac:chgData name="Filip Kristensen (adjunkt – fikr@eaaa.dk)" userId="2b9cd1d2-4abb-4c46-b541-aa0163216534" providerId="ADAL" clId="{E75D55DF-B177-48E7-9F2A-DBC14ADAC4FB}" dt="2026-01-22T06:56:22.866" v="1268" actId="478"/>
          <ac:picMkLst>
            <pc:docMk/>
            <pc:sldMk cId="3818105317" sldId="326"/>
            <ac:picMk id="2052" creationId="{F49CB99E-3F29-E5A3-25E0-81768D363B12}"/>
          </ac:picMkLst>
        </pc:picChg>
        <pc:picChg chg="add mod">
          <ac:chgData name="Filip Kristensen (adjunkt – fikr@eaaa.dk)" userId="2b9cd1d2-4abb-4c46-b541-aa0163216534" providerId="ADAL" clId="{E75D55DF-B177-48E7-9F2A-DBC14ADAC4FB}" dt="2026-01-22T06:56:28.418" v="1272" actId="26606"/>
          <ac:picMkLst>
            <pc:docMk/>
            <pc:sldMk cId="3818105317" sldId="326"/>
            <ac:picMk id="2054" creationId="{1A03E5F4-4B0B-0A84-3746-ABF8871156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1E4F0-3871-4116-ABEF-A91646D42B5D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891CA-0BCB-4F77-88F1-CEA4B8D2431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254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AA882-40FB-1254-57AD-420EAA74B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C9BA601-6943-8CC6-7D73-94FA5BCFB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6DFE075-7AFB-3ECB-9091-34869DB3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672F7F-D68C-2B75-BC0F-22B1C52D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A7FDB45-947E-28DE-3645-48BD49E6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468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84B9A-E87A-A049-7B79-C4D9F8D7C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0FD063-7C50-A885-BDEF-C19665BCF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2BFA67D-60C5-4EEF-9501-903AAD56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3CE37F6-71DC-8F5F-A823-C7E24CF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5874868-BFF6-D5AE-83DC-539BE5B2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8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96ED0-A629-1996-8E0D-24F60369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E32B1F7-F28A-77A3-77E8-4D7588D67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9A4A20-9300-9124-CE7E-E8350FCB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D4A0B7A-7020-443C-A993-6C10B24D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3ACD486-DB65-2533-C16C-5F8A66C4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545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DE04C3-5354-02FD-0BB4-D44410B8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4663EE3-F34F-6BDB-E8AE-06F96D530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263E7AA-106C-95AD-F43B-7A581FFCB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71B589D-0181-B543-98B9-568008B4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83F9BFC-C805-B5CD-9584-F1262665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677EE20-9332-9A09-147F-441211E9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557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24864-8640-D659-310A-EE5FD44C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A032421-4C21-E14C-3BA7-BA8E0900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4F6EE38-10DB-DCA0-26EA-59C6B1361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556D986B-61B6-C4D2-4759-5C885BC1C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C01B304-2557-FE31-FE71-7C02008BE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1F2D11F1-4644-E55B-C70E-9FCF7740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5E3C9B6-0ECB-61D4-B691-156757C6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E959019-C0A5-D2A4-96EC-82063CBD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205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D79BD-F515-D0B1-179D-294340D7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15EABC1-50E6-6C76-1758-77F22E42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977B9FC-2148-B833-3ED0-FBC5320F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1000075-BFF6-4E4C-A1F1-81A1219E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880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832DAB9-573F-B365-8CA8-425C1399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E4B71E13-4575-B0EC-07C2-713D41F6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B301433-A75E-F53C-000D-213966C1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862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7C86C-6945-7636-16A2-D0E4BE59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50D1BB-BBF0-FE51-7E00-F7A5EFF3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C6419B9-BBD5-E0C4-0157-B3E597B71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13AE38C-D01C-2E96-FCC4-C999215A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5950389-3EC7-A02E-CC7B-07AB168F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FCB66F4-C01E-2D91-791F-85E11EC5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911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BE227-8F27-730F-FB21-1EB198B7C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9FA14F0-5CFD-6904-0926-022B8887C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AEA3F9F-885A-0327-7F8F-F5A8C5B1D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D21D91F-AD20-0826-6758-CB044D15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69CB9A4-17CA-EF14-477B-93136E69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D579270-3E6E-C9DD-10C3-F651F56D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140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5181-6D6D-D28B-59E0-2945AA8F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31EB8D0-FF32-774D-F603-FFAC5F56F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792FEB6-9A1C-A910-3C3B-CED1DFAD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0CC24A5-5042-CDB1-BF8F-4AA22BEE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55A53DB-1297-C000-CEC2-CB1FA297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1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D6CFA1C-1AEB-220E-5EE6-942F3BECC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6D5DDA3-CC26-B640-9FBF-B2FBD19E8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37533D-B5F2-F618-FA3F-0C820FD8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1E0E449-0854-37D6-A3D0-2315174D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E1AB639-2497-275C-EF80-EFEF716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037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2967EF1-AB9B-A1CD-2CC6-369B7169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368B50E-BE2D-4E4B-9D3C-5E01E2CD6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BF47181-E306-54B9-BC32-DBA04F66B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BB4BD-FE0A-4AE8-82D4-4F22CB647786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2961218-73D1-F040-906D-23D656B03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DB347F4-5BBB-0D92-C25C-AD0CA43B6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4E4BF-B3B1-454F-A962-7F63B15F56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632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Planlægning af personer">
            <a:extLst>
              <a:ext uri="{FF2B5EF4-FFF2-40B4-BE49-F238E27FC236}">
                <a16:creationId xmlns:a16="http://schemas.microsoft.com/office/drawing/2014/main" id="{FCBA8EA8-D950-4CBE-6293-B4233CFB39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52B67A-3A80-23F0-C712-1D7101384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a-DK" sz="5200">
                <a:solidFill>
                  <a:srgbClr val="FFFFFF"/>
                </a:solidFill>
              </a:rPr>
              <a:t>Teams og projekt opstart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C17B0F4-7A3C-8958-D673-33C47A1BE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da-DK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5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F1AD2-F205-0B32-9A65-EA6DEC8C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B8B7F50-9D2F-8974-D5AF-3FB1AFEB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Gruppe kultur</a:t>
            </a:r>
          </a:p>
          <a:p>
            <a:r>
              <a:rPr lang="da-DK" dirty="0" err="1"/>
              <a:t>Tuckmans</a:t>
            </a:r>
            <a:r>
              <a:rPr lang="da-DK" dirty="0"/>
              <a:t> 5 udviklingsfaser</a:t>
            </a:r>
          </a:p>
          <a:p>
            <a:r>
              <a:rPr lang="da-DK" dirty="0"/>
              <a:t>Gruppe kontrakt</a:t>
            </a:r>
          </a:p>
          <a:p>
            <a:r>
              <a:rPr lang="da-DK" dirty="0"/>
              <a:t>Lav </a:t>
            </a:r>
            <a:r>
              <a:rPr lang="da-DK"/>
              <a:t>gruppe kontrakt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573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65E6E-CDEE-57FC-645B-8E7FCA76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Projekt livs cyklus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0F1548-7BCB-C708-93CC-78A095EA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b="1" dirty="0" err="1"/>
              <a:t>Define</a:t>
            </a:r>
            <a:endParaRPr lang="da-DK" b="1" dirty="0"/>
          </a:p>
          <a:p>
            <a:endParaRPr lang="da-DK" dirty="0"/>
          </a:p>
          <a:p>
            <a:r>
              <a:rPr lang="da-DK" dirty="0"/>
              <a:t>Plan </a:t>
            </a:r>
          </a:p>
          <a:p>
            <a:endParaRPr lang="da-DK" dirty="0"/>
          </a:p>
          <a:p>
            <a:r>
              <a:rPr lang="da-DK" dirty="0" err="1"/>
              <a:t>Execute</a:t>
            </a:r>
            <a:endParaRPr lang="da-DK" dirty="0"/>
          </a:p>
          <a:p>
            <a:endParaRPr lang="da-DK" dirty="0"/>
          </a:p>
          <a:p>
            <a:r>
              <a:rPr lang="da-DK" dirty="0"/>
              <a:t>Close out</a:t>
            </a:r>
          </a:p>
        </p:txBody>
      </p:sp>
    </p:spTree>
    <p:extLst>
      <p:ext uri="{BB962C8B-B14F-4D97-AF65-F5344CB8AC3E}">
        <p14:creationId xmlns:p14="http://schemas.microsoft.com/office/powerpoint/2010/main" val="35973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D7D96D-1176-CE5D-6633-D9D76038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a-DK" sz="5400"/>
              <a:t>Define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29F92C-CD26-4D1D-7C5F-CBEB8F69E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da-DK" sz="2200"/>
              <a:t>Vi definere mål</a:t>
            </a:r>
          </a:p>
          <a:p>
            <a:endParaRPr lang="da-DK" sz="2200"/>
          </a:p>
          <a:p>
            <a:endParaRPr lang="da-DK" sz="2200"/>
          </a:p>
          <a:p>
            <a:r>
              <a:rPr lang="da-DK" sz="2200"/>
              <a:t>Vi er enige om hvad der skal laves og om vi kan lave det</a:t>
            </a:r>
          </a:p>
          <a:p>
            <a:endParaRPr lang="da-DK" sz="2200"/>
          </a:p>
          <a:p>
            <a:endParaRPr lang="da-DK" sz="2200"/>
          </a:p>
        </p:txBody>
      </p:sp>
      <p:pic>
        <p:nvPicPr>
          <p:cNvPr id="1026" name="Picture 2" descr="Break it Down: Managing the CIP - ELGL">
            <a:extLst>
              <a:ext uri="{FF2B5EF4-FFF2-40B4-BE49-F238E27FC236}">
                <a16:creationId xmlns:a16="http://schemas.microsoft.com/office/drawing/2014/main" id="{81BB8D8A-BEC9-5761-992F-F42018FF3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381887"/>
            <a:ext cx="5458968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65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262E-3711-9554-8839-4391A7C2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84B563-0305-A9B2-F626-3EC56C202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a-DK" dirty="0"/>
              <a:t>”Project teams </a:t>
            </a:r>
            <a:r>
              <a:rPr lang="da-DK" dirty="0" err="1"/>
              <a:t>make</a:t>
            </a:r>
            <a:r>
              <a:rPr lang="da-DK" dirty="0"/>
              <a:t> decisions </a:t>
            </a:r>
            <a:r>
              <a:rPr lang="da-DK" dirty="0" err="1"/>
              <a:t>day</a:t>
            </a:r>
            <a:r>
              <a:rPr lang="da-DK" dirty="0"/>
              <a:t> </a:t>
            </a:r>
            <a:r>
              <a:rPr lang="da-DK" dirty="0" err="1"/>
              <a:t>after</a:t>
            </a:r>
            <a:r>
              <a:rPr lang="da-DK" dirty="0"/>
              <a:t> </a:t>
            </a:r>
            <a:r>
              <a:rPr lang="da-DK" dirty="0" err="1"/>
              <a:t>day</a:t>
            </a:r>
            <a:r>
              <a:rPr lang="da-DK" dirty="0"/>
              <a:t>, </a:t>
            </a:r>
            <a:r>
              <a:rPr lang="da-DK" dirty="0" err="1"/>
              <a:t>often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b="1" dirty="0" err="1"/>
              <a:t>incomplete</a:t>
            </a:r>
            <a:r>
              <a:rPr lang="da-DK" b="1" dirty="0"/>
              <a:t> information</a:t>
            </a:r>
            <a:r>
              <a:rPr lang="da-DK" dirty="0"/>
              <a:t>. </a:t>
            </a:r>
            <a:r>
              <a:rPr lang="da-DK" dirty="0" err="1"/>
              <a:t>They</a:t>
            </a:r>
            <a:r>
              <a:rPr lang="da-DK" dirty="0"/>
              <a:t> do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best</a:t>
            </a:r>
            <a:r>
              <a:rPr lang="da-DK" dirty="0"/>
              <a:t> and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wrong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regroup</a:t>
            </a:r>
            <a:r>
              <a:rPr lang="da-DK" dirty="0"/>
              <a:t>, look at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they’ve</a:t>
            </a:r>
            <a:r>
              <a:rPr lang="da-DK" dirty="0"/>
              <a:t> </a:t>
            </a:r>
            <a:r>
              <a:rPr lang="da-DK" dirty="0" err="1"/>
              <a:t>learned</a:t>
            </a:r>
            <a:r>
              <a:rPr lang="da-DK" dirty="0"/>
              <a:t>, and </a:t>
            </a:r>
            <a:r>
              <a:rPr lang="da-DK" dirty="0" err="1"/>
              <a:t>make</a:t>
            </a:r>
            <a:r>
              <a:rPr lang="da-DK" dirty="0"/>
              <a:t> new decisions. </a:t>
            </a:r>
            <a:r>
              <a:rPr lang="da-DK" b="1" dirty="0" err="1"/>
              <a:t>That</a:t>
            </a:r>
            <a:r>
              <a:rPr lang="da-DK" b="1" dirty="0"/>
              <a:t> </a:t>
            </a:r>
            <a:r>
              <a:rPr lang="da-DK" b="1" dirty="0" err="1"/>
              <a:t>takes</a:t>
            </a:r>
            <a:r>
              <a:rPr lang="da-DK" b="1" dirty="0"/>
              <a:t> a special kind of team </a:t>
            </a:r>
            <a:r>
              <a:rPr lang="da-DK" b="1" dirty="0" err="1"/>
              <a:t>culture</a:t>
            </a:r>
            <a:r>
              <a:rPr lang="da-DK" b="1" dirty="0"/>
              <a:t>, a </a:t>
            </a:r>
            <a:r>
              <a:rPr lang="da-DK" b="1" dirty="0" err="1"/>
              <a:t>culture</a:t>
            </a:r>
            <a:r>
              <a:rPr lang="da-DK" b="1" dirty="0"/>
              <a:t> </a:t>
            </a:r>
            <a:r>
              <a:rPr lang="da-DK" b="1" dirty="0" err="1"/>
              <a:t>that</a:t>
            </a:r>
            <a:r>
              <a:rPr lang="da-DK" b="1" dirty="0"/>
              <a:t> fosters </a:t>
            </a:r>
            <a:r>
              <a:rPr lang="da-DK" b="1" dirty="0" err="1"/>
              <a:t>collaboration</a:t>
            </a:r>
            <a:r>
              <a:rPr lang="da-DK" b="1" dirty="0"/>
              <a:t>, trust, and </a:t>
            </a:r>
            <a:r>
              <a:rPr lang="da-DK" b="1" dirty="0" err="1"/>
              <a:t>resilience</a:t>
            </a:r>
            <a:r>
              <a:rPr lang="da-DK" dirty="0"/>
              <a:t>.” </a:t>
            </a:r>
          </a:p>
          <a:p>
            <a:pPr marL="0" indent="0" algn="ctr">
              <a:buNone/>
            </a:pPr>
            <a:r>
              <a:rPr lang="da-DK" dirty="0"/>
              <a:t>(</a:t>
            </a:r>
            <a:r>
              <a:rPr lang="da-DK" dirty="0" err="1"/>
              <a:t>Verzuh</a:t>
            </a:r>
            <a:r>
              <a:rPr lang="da-DK" dirty="0"/>
              <a:t> 2021, 19) </a:t>
            </a:r>
          </a:p>
        </p:txBody>
      </p:sp>
    </p:spTree>
    <p:extLst>
      <p:ext uri="{BB962C8B-B14F-4D97-AF65-F5344CB8AC3E}">
        <p14:creationId xmlns:p14="http://schemas.microsoft.com/office/powerpoint/2010/main" val="22152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1D143A-0909-977E-C22A-6ECFA53D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a-DK" sz="5400"/>
              <a:t>Project team</a:t>
            </a:r>
          </a:p>
        </p:txBody>
      </p:sp>
      <p:sp>
        <p:nvSpPr>
          <p:cNvPr id="206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A5102D4-0C86-D911-5649-C7E7364FA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da-DK" sz="2200"/>
              <a:t>Arbejder mod et mål </a:t>
            </a:r>
          </a:p>
          <a:p>
            <a:endParaRPr lang="da-DK" sz="2200"/>
          </a:p>
          <a:p>
            <a:endParaRPr lang="da-DK" sz="2200"/>
          </a:p>
          <a:p>
            <a:r>
              <a:rPr lang="da-DK" sz="2200"/>
              <a:t>Er midlertidig</a:t>
            </a:r>
          </a:p>
          <a:p>
            <a:endParaRPr lang="da-DK" sz="2200"/>
          </a:p>
          <a:p>
            <a:endParaRPr lang="da-DK" sz="2200"/>
          </a:p>
          <a:p>
            <a:endParaRPr lang="da-DK" sz="2200"/>
          </a:p>
          <a:p>
            <a:endParaRPr lang="da-DK" sz="2200"/>
          </a:p>
          <a:p>
            <a:endParaRPr lang="da-DK" sz="2200"/>
          </a:p>
          <a:p>
            <a:endParaRPr lang="da-DK" sz="2200"/>
          </a:p>
        </p:txBody>
      </p:sp>
      <p:pic>
        <p:nvPicPr>
          <p:cNvPr id="2054" name="Picture 6" descr="Team Working Together To Achieve Goal Stock Illustrations – 568 Team  Working Together To Achieve Goal Stock Illustrations, Vectors &amp; Clipart -  Dreamstime">
            <a:extLst>
              <a:ext uri="{FF2B5EF4-FFF2-40B4-BE49-F238E27FC236}">
                <a16:creationId xmlns:a16="http://schemas.microsoft.com/office/drawing/2014/main" id="{1A03E5F4-4B0B-0A84-3746-ABF887115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518361"/>
            <a:ext cx="5458968" cy="382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10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4B5969-D667-28E0-08B7-1A5B816D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C82F48F-2432-865F-58B3-0E4A4004F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2050" name="Picture 2" descr="Graffius-Performing-v2019-LR">
            <a:extLst>
              <a:ext uri="{FF2B5EF4-FFF2-40B4-BE49-F238E27FC236}">
                <a16:creationId xmlns:a16="http://schemas.microsoft.com/office/drawing/2014/main" id="{B95213E2-B433-A4AB-9C21-81D44400E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52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DF011-85F4-D45A-D20E-64F8EC31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B57D378-288F-F989-CC29-8274DC8C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Tænk over </a:t>
            </a:r>
            <a:r>
              <a:rPr lang="da-DK" dirty="0" err="1"/>
              <a:t>Tuckmans</a:t>
            </a:r>
            <a:r>
              <a:rPr lang="da-DK" dirty="0"/>
              <a:t> 5 faser inden for gruppe arbejde. </a:t>
            </a:r>
          </a:p>
          <a:p>
            <a:endParaRPr lang="da-DK" dirty="0"/>
          </a:p>
          <a:p>
            <a:r>
              <a:rPr lang="da-DK" dirty="0"/>
              <a:t>Har i oplevet dem alle før eller i nuværende gruppe. </a:t>
            </a:r>
          </a:p>
          <a:p>
            <a:endParaRPr lang="da-DK" dirty="0"/>
          </a:p>
          <a:p>
            <a:r>
              <a:rPr lang="da-DK" dirty="0"/>
              <a:t>Hvad blev gjort for at komme over </a:t>
            </a:r>
            <a:r>
              <a:rPr lang="da-DK" dirty="0" err="1"/>
              <a:t>storming</a:t>
            </a:r>
            <a:r>
              <a:rPr lang="da-DK" dirty="0"/>
              <a:t> ? </a:t>
            </a:r>
          </a:p>
          <a:p>
            <a:endParaRPr lang="da-DK" dirty="0"/>
          </a:p>
          <a:p>
            <a:r>
              <a:rPr lang="da-DK" dirty="0"/>
              <a:t>Hvornår kunne i mærke i var kommet i </a:t>
            </a:r>
            <a:r>
              <a:rPr lang="da-DK" dirty="0" err="1"/>
              <a:t>norming</a:t>
            </a:r>
            <a:r>
              <a:rPr lang="da-DK" dirty="0"/>
              <a:t> og måske </a:t>
            </a:r>
            <a:r>
              <a:rPr lang="da-DK" dirty="0" err="1"/>
              <a:t>performing</a:t>
            </a:r>
            <a:r>
              <a:rPr lang="da-DK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14055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BDC45-609D-01BA-7E7B-4424BD78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Gruppekontrakt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577818A-6734-B378-38B2-B5A0D4061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478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AF176-1A94-B2CA-F5D5-52603629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det godt for 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21CAC7A-7664-C5E1-9541-2B547396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a-DK" dirty="0"/>
              <a:t>Forventningsafstemning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Opbyg en arbejdsstruktur og kultur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Husk at lave den som var i uvenner.</a:t>
            </a:r>
          </a:p>
          <a:p>
            <a:endParaRPr lang="da-DK" dirty="0"/>
          </a:p>
          <a:p>
            <a:r>
              <a:rPr lang="da-DK" dirty="0"/>
              <a:t>Vi forventer i har lavet </a:t>
            </a:r>
            <a:r>
              <a:rPr lang="da-DK" dirty="0" err="1"/>
              <a:t>reflektioner</a:t>
            </a:r>
            <a:r>
              <a:rPr lang="da-DK" dirty="0"/>
              <a:t> i om det</a:t>
            </a:r>
          </a:p>
          <a:p>
            <a:pPr lvl="1"/>
            <a:r>
              <a:rPr lang="da-DK" dirty="0"/>
              <a:t>Brug det som værktøj</a:t>
            </a:r>
          </a:p>
          <a:p>
            <a:pPr lvl="1"/>
            <a:r>
              <a:rPr lang="da-DK" dirty="0"/>
              <a:t>Godt til projektafsnit</a:t>
            </a:r>
          </a:p>
          <a:p>
            <a:pPr lvl="1"/>
            <a:r>
              <a:rPr lang="da-DK" dirty="0"/>
              <a:t>Godt til at reflektionsafsnit tanker omkring processen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4615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3670E-E62D-54FF-7FBD-F22E18EB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Project team</a:t>
            </a:r>
          </a:p>
        </p:txBody>
      </p:sp>
      <p:pic>
        <p:nvPicPr>
          <p:cNvPr id="1026" name="Picture 2" descr="Well-oiled machinery">
            <a:extLst>
              <a:ext uri="{FF2B5EF4-FFF2-40B4-BE49-F238E27FC236}">
                <a16:creationId xmlns:a16="http://schemas.microsoft.com/office/drawing/2014/main" id="{4E578345-6149-B61D-ECA8-D7F705C15C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090" y="2061270"/>
            <a:ext cx="7495310" cy="31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73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99896-E3CF-5075-D777-624EF77F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Opbyg en teamkultur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B65BA5-9B29-16C9-702D-EAA63F72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… Hvor vi opbygger tillid</a:t>
            </a:r>
          </a:p>
          <a:p>
            <a:r>
              <a:rPr lang="da-DK" dirty="0"/>
              <a:t>… Der kan håndtere uenigheder om beslutninger og grundlaget</a:t>
            </a:r>
          </a:p>
          <a:p>
            <a:r>
              <a:rPr lang="da-DK" dirty="0"/>
              <a:t>… Hvor det er trygt at være uenig</a:t>
            </a:r>
          </a:p>
          <a:p>
            <a:r>
              <a:rPr lang="da-DK" dirty="0"/>
              <a:t>… Hvor vi følger de aftaler vi laver, selvom vi er uenige</a:t>
            </a:r>
          </a:p>
          <a:p>
            <a:r>
              <a:rPr lang="da-DK" dirty="0"/>
              <a:t>… Hvor vi lytter aktivt, især når gruppen mangler motivation </a:t>
            </a:r>
          </a:p>
          <a:p>
            <a:r>
              <a:rPr lang="da-DK" dirty="0"/>
              <a:t>… Der er </a:t>
            </a:r>
            <a:r>
              <a:rPr lang="da-DK" dirty="0" err="1"/>
              <a:t>resilient</a:t>
            </a:r>
            <a:r>
              <a:rPr lang="da-DK" dirty="0"/>
              <a:t> (</a:t>
            </a:r>
            <a:r>
              <a:rPr lang="da-DK" dirty="0" err="1"/>
              <a:t>Verzuh</a:t>
            </a:r>
            <a:r>
              <a:rPr lang="da-DK" dirty="0"/>
              <a:t> 2021, 20)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355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D9207-AC20-1A9E-0758-197DC4E0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Målsætning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DCE99C-2AE0-D119-9D1A-50563A97B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Hvad vil I gerne opnå? </a:t>
            </a:r>
          </a:p>
          <a:p>
            <a:endParaRPr lang="da-DK" dirty="0"/>
          </a:p>
          <a:p>
            <a:r>
              <a:rPr lang="da-DK" dirty="0"/>
              <a:t>Nogle bestemte færdigheder i vil opnå?</a:t>
            </a:r>
          </a:p>
          <a:p>
            <a:endParaRPr lang="da-DK" dirty="0"/>
          </a:p>
          <a:p>
            <a:r>
              <a:rPr lang="da-DK" dirty="0"/>
              <a:t>Hvad vil i have ud af projektet ?</a:t>
            </a:r>
          </a:p>
          <a:p>
            <a:endParaRPr lang="da-DK" dirty="0"/>
          </a:p>
          <a:p>
            <a:r>
              <a:rPr lang="da-DK" dirty="0"/>
              <a:t>Sæt et mål efter læring </a:t>
            </a:r>
          </a:p>
          <a:p>
            <a:endParaRPr lang="da-DK" dirty="0"/>
          </a:p>
          <a:p>
            <a:r>
              <a:rPr lang="da-DK" dirty="0"/>
              <a:t>Brug projekt initiation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979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A9682C-B4F5-E230-1DEA-5A1A4ABD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Forventninger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1AB969-F93D-7565-EB91-E52D6DD30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Arbejdstimer ?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Hvordan kommunikerer vi ?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Snak om hvad i forventer af hinanden</a:t>
            </a:r>
          </a:p>
          <a:p>
            <a:pPr lvl="1"/>
            <a:r>
              <a:rPr lang="da-DK" dirty="0"/>
              <a:t>Vær ærlig</a:t>
            </a:r>
          </a:p>
        </p:txBody>
      </p:sp>
    </p:spTree>
    <p:extLst>
      <p:ext uri="{BB962C8B-B14F-4D97-AF65-F5344CB8AC3E}">
        <p14:creationId xmlns:p14="http://schemas.microsoft.com/office/powerpoint/2010/main" val="59843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6C0DA-6B34-9013-1D7D-6DD7348B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Polices og processor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0E8BD0-9820-E695-F8F6-9DD870BC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Arbejdsstruktur</a:t>
            </a:r>
          </a:p>
          <a:p>
            <a:endParaRPr lang="da-DK" dirty="0"/>
          </a:p>
          <a:p>
            <a:r>
              <a:rPr lang="da-DK" dirty="0"/>
              <a:t>Projektleder/ansvarsfordeling ?</a:t>
            </a:r>
          </a:p>
          <a:p>
            <a:endParaRPr lang="da-DK" dirty="0"/>
          </a:p>
          <a:p>
            <a:r>
              <a:rPr lang="da-DK" dirty="0"/>
              <a:t>Har vi altid en body ?</a:t>
            </a:r>
          </a:p>
          <a:p>
            <a:endParaRPr lang="da-DK" dirty="0"/>
          </a:p>
          <a:p>
            <a:r>
              <a:rPr lang="da-DK" dirty="0"/>
              <a:t>Hvordan evaluerer vi vores arbejde ?</a:t>
            </a:r>
          </a:p>
          <a:p>
            <a:endParaRPr lang="da-DK" dirty="0"/>
          </a:p>
          <a:p>
            <a:r>
              <a:rPr lang="da-DK" dirty="0"/>
              <a:t>Hvordan skaber vi rammer der får os i mål ?</a:t>
            </a:r>
          </a:p>
        </p:txBody>
      </p:sp>
    </p:spTree>
    <p:extLst>
      <p:ext uri="{BB962C8B-B14F-4D97-AF65-F5344CB8AC3E}">
        <p14:creationId xmlns:p14="http://schemas.microsoft.com/office/powerpoint/2010/main" val="410935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2C1E3-32D1-FEDD-9BD9-673ED3A0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konsekvenser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979E50-D275-AEF2-2AAE-B4D24023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a-DK" dirty="0"/>
              <a:t>1. Konsekvens: Mind personen om at gruppe kontrakten ikke overholdes. Hold det konstruktivt og præcist.</a:t>
            </a:r>
          </a:p>
          <a:p>
            <a:endParaRPr lang="da-DK" dirty="0"/>
          </a:p>
          <a:p>
            <a:r>
              <a:rPr lang="da-DK" dirty="0"/>
              <a:t>2. Konsekvens: Der tages en gruppe møde om hvad der sker med personen. Der snakkes om hvorfor problemet opstår og om noget i kontrakt ikke længere er relevant eller noget som personen ikke kan stå indenfor. Snak om der skal ændres noget og hvordan problemet kan udbedres.</a:t>
            </a:r>
          </a:p>
          <a:p>
            <a:endParaRPr lang="da-DK" dirty="0"/>
          </a:p>
          <a:p>
            <a:r>
              <a:rPr lang="da-DK" dirty="0"/>
              <a:t>3.Konsekvens: Hvis problemet fortsætter og i nu overhovedet ikke kan enes og gruppen er klar til at fjerne et medlem. Her vil der blive snakket med underviser om det. Der vil her blive spurgt indtil hvad steps i har taget inden i 1 og 2. Har der været snakket om problemerne. Personen der smides ud vil blive laver en plan med underviserne om at de stadig kan gennemføre eksamen.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965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30E44-493D-9FF9-607A-BF75CF39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60F9E3-2157-9869-EE2A-489F44075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Download Gruppe kontrakt og snak punkterne igennem.</a:t>
            </a:r>
          </a:p>
          <a:p>
            <a:endParaRPr lang="da-DK" dirty="0"/>
          </a:p>
          <a:p>
            <a:r>
              <a:rPr lang="da-DK" dirty="0"/>
              <a:t>Få skrevet det ned og så få mig til at kigge på det.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9020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514</Words>
  <Application>Microsoft Office PowerPoint</Application>
  <PresentationFormat>Widescreen</PresentationFormat>
  <Paragraphs>103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Office-tema</vt:lpstr>
      <vt:lpstr>Teams og projekt opstart</vt:lpstr>
      <vt:lpstr>Agenda</vt:lpstr>
      <vt:lpstr>Projekt livs cyklus</vt:lpstr>
      <vt:lpstr>Define</vt:lpstr>
      <vt:lpstr> </vt:lpstr>
      <vt:lpstr>Project team</vt:lpstr>
      <vt:lpstr>PowerPoint Presentation</vt:lpstr>
      <vt:lpstr>Opgave </vt:lpstr>
      <vt:lpstr>Gruppekontrakt</vt:lpstr>
      <vt:lpstr>Hvad er det godt for ?</vt:lpstr>
      <vt:lpstr>Project team</vt:lpstr>
      <vt:lpstr>Opbyg en teamkultur</vt:lpstr>
      <vt:lpstr>Målsætning</vt:lpstr>
      <vt:lpstr>Forventninger</vt:lpstr>
      <vt:lpstr>Polices og processor</vt:lpstr>
      <vt:lpstr>Eksempel på konsekvenser</vt:lpstr>
      <vt:lpstr>Opgave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Kristensen (timelærer – fikr@eaaa.dk)</dc:creator>
  <cp:lastModifiedBy>Filip Kristensen (adjunkt – fikr@eaaa.dk)</cp:lastModifiedBy>
  <cp:revision>4</cp:revision>
  <dcterms:created xsi:type="dcterms:W3CDTF">2025-05-06T09:07:27Z</dcterms:created>
  <dcterms:modified xsi:type="dcterms:W3CDTF">2026-08-20T06:21:02Z</dcterms:modified>
</cp:coreProperties>
</file>